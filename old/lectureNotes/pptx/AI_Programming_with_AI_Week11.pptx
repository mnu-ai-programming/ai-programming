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2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551059-AE85-4582-8198-5E83EEF54FD8}" v="4" dt="2026-02-14T09:03:51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68" y="11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ho Lee" userId="8d4cb33d81fe8010" providerId="LiveId" clId="{CBFCDB52-D4D0-4B31-BC83-21C3E666DF67}"/>
    <pc:docChg chg="undo custSel addSld delSld modSld">
      <pc:chgData name="Youngho Lee" userId="8d4cb33d81fe8010" providerId="LiveId" clId="{CBFCDB52-D4D0-4B31-BC83-21C3E666DF67}" dt="2026-02-14T12:59:09.441" v="285" actId="14100"/>
      <pc:docMkLst>
        <pc:docMk/>
      </pc:docMkLst>
      <pc:sldChg chg="delSp mod">
        <pc:chgData name="Youngho Lee" userId="8d4cb33d81fe8010" providerId="LiveId" clId="{CBFCDB52-D4D0-4B31-BC83-21C3E666DF67}" dt="2026-02-14T08:57:35.394" v="0" actId="478"/>
        <pc:sldMkLst>
          <pc:docMk/>
          <pc:sldMk cId="0" sldId="256"/>
        </pc:sldMkLst>
        <pc:spChg chg="del">
          <ac:chgData name="Youngho Lee" userId="8d4cb33d81fe8010" providerId="LiveId" clId="{CBFCDB52-D4D0-4B31-BC83-21C3E666DF67}" dt="2026-02-14T08:57:35.394" v="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09:55:46.743" v="56" actId="478"/>
        <pc:sldMkLst>
          <pc:docMk/>
          <pc:sldMk cId="0" sldId="257"/>
        </pc:sldMkLst>
        <pc:spChg chg="del">
          <ac:chgData name="Youngho Lee" userId="8d4cb33d81fe8010" providerId="LiveId" clId="{CBFCDB52-D4D0-4B31-BC83-21C3E666DF67}" dt="2026-02-14T09:55:46.743" v="56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46.743" v="56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46.743" v="56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08:57:47.925" v="3" actId="12"/>
          <ac:spMkLst>
            <pc:docMk/>
            <pc:sldMk cId="0" sldId="257"/>
            <ac:spMk id="11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09:55:50.498" v="57" actId="478"/>
        <pc:sldMkLst>
          <pc:docMk/>
          <pc:sldMk cId="0" sldId="258"/>
        </pc:sldMkLst>
        <pc:spChg chg="del">
          <ac:chgData name="Youngho Lee" userId="8d4cb33d81fe8010" providerId="LiveId" clId="{CBFCDB52-D4D0-4B31-BC83-21C3E666DF67}" dt="2026-02-14T09:55:50.498" v="57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50.498" v="57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50.498" v="57" actId="478"/>
          <ac:spMkLst>
            <pc:docMk/>
            <pc:sldMk cId="0" sldId="258"/>
            <ac:spMk id="7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09:55:52.960" v="58" actId="478"/>
        <pc:sldMkLst>
          <pc:docMk/>
          <pc:sldMk cId="0" sldId="259"/>
        </pc:sldMkLst>
        <pc:spChg chg="del">
          <ac:chgData name="Youngho Lee" userId="8d4cb33d81fe8010" providerId="LiveId" clId="{CBFCDB52-D4D0-4B31-BC83-21C3E666DF67}" dt="2026-02-14T09:55:52.960" v="58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52.960" v="58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52.960" v="58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08:58:17.741" v="12" actId="12"/>
          <ac:spMkLst>
            <pc:docMk/>
            <pc:sldMk cId="0" sldId="259"/>
            <ac:spMk id="11" creationId="{00000000-0000-0000-0000-000000000000}"/>
          </ac:spMkLst>
        </pc:spChg>
      </pc:sldChg>
      <pc:sldChg chg="delSp modSp add del mod setBg">
        <pc:chgData name="Youngho Lee" userId="8d4cb33d81fe8010" providerId="LiveId" clId="{CBFCDB52-D4D0-4B31-BC83-21C3E666DF67}" dt="2026-02-14T12:33:58.443" v="220" actId="313"/>
        <pc:sldMkLst>
          <pc:docMk/>
          <pc:sldMk cId="0" sldId="260"/>
        </pc:sldMkLst>
        <pc:spChg chg="del">
          <ac:chgData name="Youngho Lee" userId="8d4cb33d81fe8010" providerId="LiveId" clId="{CBFCDB52-D4D0-4B31-BC83-21C3E666DF67}" dt="2026-02-14T09:55:08.137" v="46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08.137" v="46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08.137" v="46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08.137" v="46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08.137" v="46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08.137" v="46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33:58.443" v="220" actId="313"/>
          <ac:spMkLst>
            <pc:docMk/>
            <pc:sldMk cId="0" sldId="260"/>
            <ac:spMk id="20" creationId="{00000000-0000-0000-0000-000000000000}"/>
          </ac:spMkLst>
        </pc:spChg>
      </pc:sldChg>
      <pc:sldChg chg="delSp modSp add del mod setBg">
        <pc:chgData name="Youngho Lee" userId="8d4cb33d81fe8010" providerId="LiveId" clId="{CBFCDB52-D4D0-4B31-BC83-21C3E666DF67}" dt="2026-02-14T12:35:14.127" v="236" actId="20577"/>
        <pc:sldMkLst>
          <pc:docMk/>
          <pc:sldMk cId="0" sldId="261"/>
        </pc:sldMkLst>
        <pc:spChg chg="del">
          <ac:chgData name="Youngho Lee" userId="8d4cb33d81fe8010" providerId="LiveId" clId="{CBFCDB52-D4D0-4B31-BC83-21C3E666DF67}" dt="2026-02-14T09:55:13.770" v="47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13.770" v="47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13.770" v="47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13.770" v="47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13.770" v="47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13.770" v="47" actId="478"/>
          <ac:spMkLst>
            <pc:docMk/>
            <pc:sldMk cId="0" sldId="261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35:14.127" v="236" actId="20577"/>
          <ac:spMkLst>
            <pc:docMk/>
            <pc:sldMk cId="0" sldId="261"/>
            <ac:spMk id="20" creationId="{00000000-0000-0000-0000-000000000000}"/>
          </ac:spMkLst>
        </pc:spChg>
      </pc:sldChg>
      <pc:sldChg chg="delSp modSp add del mod setBg">
        <pc:chgData name="Youngho Lee" userId="8d4cb33d81fe8010" providerId="LiveId" clId="{CBFCDB52-D4D0-4B31-BC83-21C3E666DF67}" dt="2026-02-14T12:37:07.271" v="249" actId="313"/>
        <pc:sldMkLst>
          <pc:docMk/>
          <pc:sldMk cId="0" sldId="262"/>
        </pc:sldMkLst>
        <pc:spChg chg="del">
          <ac:chgData name="Youngho Lee" userId="8d4cb33d81fe8010" providerId="LiveId" clId="{CBFCDB52-D4D0-4B31-BC83-21C3E666DF67}" dt="2026-02-14T09:55:17.662" v="48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17.662" v="48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17.662" v="48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17.662" v="48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17.662" v="48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17.662" v="48" actId="478"/>
          <ac:spMkLst>
            <pc:docMk/>
            <pc:sldMk cId="0" sldId="262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37:07.271" v="249" actId="313"/>
          <ac:spMkLst>
            <pc:docMk/>
            <pc:sldMk cId="0" sldId="262"/>
            <ac:spMk id="20" creationId="{00000000-0000-0000-0000-000000000000}"/>
          </ac:spMkLst>
        </pc:spChg>
      </pc:sldChg>
      <pc:sldChg chg="delSp modSp add del mod setBg">
        <pc:chgData name="Youngho Lee" userId="8d4cb33d81fe8010" providerId="LiveId" clId="{CBFCDB52-D4D0-4B31-BC83-21C3E666DF67}" dt="2026-02-14T12:37:42.001" v="258" actId="6549"/>
        <pc:sldMkLst>
          <pc:docMk/>
          <pc:sldMk cId="0" sldId="263"/>
        </pc:sldMkLst>
        <pc:spChg chg="del">
          <ac:chgData name="Youngho Lee" userId="8d4cb33d81fe8010" providerId="LiveId" clId="{CBFCDB52-D4D0-4B31-BC83-21C3E666DF67}" dt="2026-02-14T09:55:20.696" v="49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0.696" v="49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0.696" v="49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0.696" v="49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0.696" v="49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0.696" v="49" actId="478"/>
          <ac:spMkLst>
            <pc:docMk/>
            <pc:sldMk cId="0" sldId="263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37:42.001" v="258" actId="6549"/>
          <ac:spMkLst>
            <pc:docMk/>
            <pc:sldMk cId="0" sldId="263"/>
            <ac:spMk id="20" creationId="{00000000-0000-0000-0000-000000000000}"/>
          </ac:spMkLst>
        </pc:spChg>
      </pc:sldChg>
      <pc:sldChg chg="delSp modSp add del mod setBg">
        <pc:chgData name="Youngho Lee" userId="8d4cb33d81fe8010" providerId="LiveId" clId="{CBFCDB52-D4D0-4B31-BC83-21C3E666DF67}" dt="2026-02-14T12:38:26.733" v="278" actId="6549"/>
        <pc:sldMkLst>
          <pc:docMk/>
          <pc:sldMk cId="0" sldId="264"/>
        </pc:sldMkLst>
        <pc:spChg chg="del">
          <ac:chgData name="Youngho Lee" userId="8d4cb33d81fe8010" providerId="LiveId" clId="{CBFCDB52-D4D0-4B31-BC83-21C3E666DF67}" dt="2026-02-14T09:55:23.625" v="50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3.625" v="50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3.625" v="50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3.625" v="50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3.625" v="50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3.625" v="50" actId="478"/>
          <ac:spMkLst>
            <pc:docMk/>
            <pc:sldMk cId="0" sldId="264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38:26.733" v="278" actId="6549"/>
          <ac:spMkLst>
            <pc:docMk/>
            <pc:sldMk cId="0" sldId="264"/>
            <ac:spMk id="20" creationId="{00000000-0000-0000-0000-000000000000}"/>
          </ac:spMkLst>
        </pc:spChg>
      </pc:sldChg>
      <pc:sldChg chg="delSp modSp add del mod setBg">
        <pc:chgData name="Youngho Lee" userId="8d4cb33d81fe8010" providerId="LiveId" clId="{CBFCDB52-D4D0-4B31-BC83-21C3E666DF67}" dt="2026-02-14T11:52:55.711" v="102" actId="6549"/>
        <pc:sldMkLst>
          <pc:docMk/>
          <pc:sldMk cId="0" sldId="265"/>
        </pc:sldMkLst>
        <pc:spChg chg="del">
          <ac:chgData name="Youngho Lee" userId="8d4cb33d81fe8010" providerId="LiveId" clId="{CBFCDB52-D4D0-4B31-BC83-21C3E666DF67}" dt="2026-02-14T09:55:03.347" v="45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03.347" v="45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03.347" v="45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03.347" v="45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03.347" v="45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03.347" v="45" actId="478"/>
          <ac:spMkLst>
            <pc:docMk/>
            <pc:sldMk cId="0" sldId="265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2:55.711" v="102" actId="6549"/>
          <ac:spMkLst>
            <pc:docMk/>
            <pc:sldMk cId="0" sldId="265"/>
            <ac:spMk id="20" creationId="{00000000-0000-0000-0000-000000000000}"/>
          </ac:spMkLst>
        </pc:spChg>
      </pc:sldChg>
      <pc:sldChg chg="delSp modSp add del mod setBg">
        <pc:chgData name="Youngho Lee" userId="8d4cb33d81fe8010" providerId="LiveId" clId="{CBFCDB52-D4D0-4B31-BC83-21C3E666DF67}" dt="2026-02-14T11:53:19.687" v="121" actId="6549"/>
        <pc:sldMkLst>
          <pc:docMk/>
          <pc:sldMk cId="0" sldId="266"/>
        </pc:sldMkLst>
        <pc:spChg chg="del">
          <ac:chgData name="Youngho Lee" userId="8d4cb33d81fe8010" providerId="LiveId" clId="{CBFCDB52-D4D0-4B31-BC83-21C3E666DF67}" dt="2026-02-14T09:54:59.939" v="44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4:59.939" v="44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4:59.939" v="44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4:59.939" v="44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4:59.939" v="44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4:59.939" v="44" actId="478"/>
          <ac:spMkLst>
            <pc:docMk/>
            <pc:sldMk cId="0" sldId="266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3:19.687" v="121" actId="6549"/>
          <ac:spMkLst>
            <pc:docMk/>
            <pc:sldMk cId="0" sldId="266"/>
            <ac:spMk id="20" creationId="{00000000-0000-0000-0000-000000000000}"/>
          </ac:spMkLst>
        </pc:spChg>
      </pc:sldChg>
      <pc:sldChg chg="delSp modSp add del mod setBg">
        <pc:chgData name="Youngho Lee" userId="8d4cb33d81fe8010" providerId="LiveId" clId="{CBFCDB52-D4D0-4B31-BC83-21C3E666DF67}" dt="2026-02-14T11:53:48.539" v="141" actId="6549"/>
        <pc:sldMkLst>
          <pc:docMk/>
          <pc:sldMk cId="0" sldId="267"/>
        </pc:sldMkLst>
        <pc:spChg chg="del">
          <ac:chgData name="Youngho Lee" userId="8d4cb33d81fe8010" providerId="LiveId" clId="{CBFCDB52-D4D0-4B31-BC83-21C3E666DF67}" dt="2026-02-14T09:54:57.065" v="43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4:57.065" v="43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4:57.065" v="43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4:57.065" v="43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4:57.065" v="43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4:57.065" v="43" actId="478"/>
          <ac:spMkLst>
            <pc:docMk/>
            <pc:sldMk cId="0" sldId="267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3:48.539" v="141" actId="6549"/>
          <ac:spMkLst>
            <pc:docMk/>
            <pc:sldMk cId="0" sldId="267"/>
            <ac:spMk id="20" creationId="{00000000-0000-0000-0000-000000000000}"/>
          </ac:spMkLst>
        </pc:spChg>
      </pc:sldChg>
      <pc:sldChg chg="delSp modSp add del mod setBg">
        <pc:chgData name="Youngho Lee" userId="8d4cb33d81fe8010" providerId="LiveId" clId="{CBFCDB52-D4D0-4B31-BC83-21C3E666DF67}" dt="2026-02-14T12:50:40.244" v="279" actId="1076"/>
        <pc:sldMkLst>
          <pc:docMk/>
          <pc:sldMk cId="0" sldId="268"/>
        </pc:sldMkLst>
        <pc:spChg chg="del">
          <ac:chgData name="Youngho Lee" userId="8d4cb33d81fe8010" providerId="LiveId" clId="{CBFCDB52-D4D0-4B31-BC83-21C3E666DF67}" dt="2026-02-14T09:55:28.218" v="51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8.218" v="51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8.218" v="51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8.218" v="51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8.218" v="51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28.218" v="51" actId="478"/>
          <ac:spMkLst>
            <pc:docMk/>
            <pc:sldMk cId="0" sldId="268"/>
            <ac:spMk id="9" creationId="{00000000-0000-0000-0000-000000000000}"/>
          </ac:spMkLst>
        </pc:spChg>
        <pc:spChg chg="mod">
          <ac:chgData name="Youngho Lee" userId="8d4cb33d81fe8010" providerId="LiveId" clId="{CBFCDB52-D4D0-4B31-BC83-21C3E666DF67}" dt="2026-02-14T09:10:45.427" v="33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Youngho Lee" userId="8d4cb33d81fe8010" providerId="LiveId" clId="{CBFCDB52-D4D0-4B31-BC83-21C3E666DF67}" dt="2026-02-14T12:50:40.244" v="279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Youngho Lee" userId="8d4cb33d81fe8010" providerId="LiveId" clId="{CBFCDB52-D4D0-4B31-BC83-21C3E666DF67}" dt="2026-02-14T11:54:02.002" v="144" actId="403"/>
          <ac:spMkLst>
            <pc:docMk/>
            <pc:sldMk cId="0" sldId="268"/>
            <ac:spMk id="16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09:55:31.051" v="52" actId="478"/>
        <pc:sldMkLst>
          <pc:docMk/>
          <pc:sldMk cId="0" sldId="269"/>
        </pc:sldMkLst>
        <pc:spChg chg="del">
          <ac:chgData name="Youngho Lee" userId="8d4cb33d81fe8010" providerId="LiveId" clId="{CBFCDB52-D4D0-4B31-BC83-21C3E666DF67}" dt="2026-02-14T09:55:31.051" v="52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31.051" v="52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31.051" v="52" actId="478"/>
          <ac:spMkLst>
            <pc:docMk/>
            <pc:sldMk cId="0" sldId="269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09:48:23.799" v="40" actId="20577"/>
          <ac:spMkLst>
            <pc:docMk/>
            <pc:sldMk cId="0" sldId="269"/>
            <ac:spMk id="9" creationId="{00000000-0000-0000-0000-000000000000}"/>
          </ac:spMkLst>
        </pc:spChg>
        <pc:spChg chg="mod">
          <ac:chgData name="Youngho Lee" userId="8d4cb33d81fe8010" providerId="LiveId" clId="{CBFCDB52-D4D0-4B31-BC83-21C3E666DF67}" dt="2026-02-14T09:48:17.197" v="36" actId="12"/>
          <ac:spMkLst>
            <pc:docMk/>
            <pc:sldMk cId="0" sldId="269"/>
            <ac:spMk id="11" creationId="{00000000-0000-0000-0000-000000000000}"/>
          </ac:spMkLst>
        </pc:spChg>
      </pc:sldChg>
      <pc:sldChg chg="delSp mod">
        <pc:chgData name="Youngho Lee" userId="8d4cb33d81fe8010" providerId="LiveId" clId="{CBFCDB52-D4D0-4B31-BC83-21C3E666DF67}" dt="2026-02-14T09:55:33.750" v="53" actId="478"/>
        <pc:sldMkLst>
          <pc:docMk/>
          <pc:sldMk cId="0" sldId="270"/>
        </pc:sldMkLst>
        <pc:spChg chg="del">
          <ac:chgData name="Youngho Lee" userId="8d4cb33d81fe8010" providerId="LiveId" clId="{CBFCDB52-D4D0-4B31-BC83-21C3E666DF67}" dt="2026-02-14T09:55:33.750" v="53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33.750" v="53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33.750" v="53" actId="478"/>
          <ac:spMkLst>
            <pc:docMk/>
            <pc:sldMk cId="0" sldId="270"/>
            <ac:spMk id="7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09:55:36.979" v="54" actId="478"/>
        <pc:sldMkLst>
          <pc:docMk/>
          <pc:sldMk cId="0" sldId="271"/>
        </pc:sldMkLst>
        <pc:spChg chg="del">
          <ac:chgData name="Youngho Lee" userId="8d4cb33d81fe8010" providerId="LiveId" clId="{CBFCDB52-D4D0-4B31-BC83-21C3E666DF67}" dt="2026-02-14T09:55:36.979" v="54" actId="478"/>
          <ac:spMkLst>
            <pc:docMk/>
            <pc:sldMk cId="0" sldId="271"/>
            <ac:spMk id="3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36.979" v="54" actId="478"/>
          <ac:spMkLst>
            <pc:docMk/>
            <pc:sldMk cId="0" sldId="271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36.979" v="54" actId="478"/>
          <ac:spMkLst>
            <pc:docMk/>
            <pc:sldMk cId="0" sldId="271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09:48:42.559" v="41" actId="12"/>
          <ac:spMkLst>
            <pc:docMk/>
            <pc:sldMk cId="0" sldId="271"/>
            <ac:spMk id="11" creationId="{00000000-0000-0000-0000-000000000000}"/>
          </ac:spMkLst>
        </pc:spChg>
      </pc:sldChg>
      <pc:sldChg chg="delSp modSp mod">
        <pc:chgData name="Youngho Lee" userId="8d4cb33d81fe8010" providerId="LiveId" clId="{CBFCDB52-D4D0-4B31-BC83-21C3E666DF67}" dt="2026-02-14T09:55:39.619" v="55" actId="478"/>
        <pc:sldMkLst>
          <pc:docMk/>
          <pc:sldMk cId="0" sldId="272"/>
        </pc:sldMkLst>
        <pc:spChg chg="del">
          <ac:chgData name="Youngho Lee" userId="8d4cb33d81fe8010" providerId="LiveId" clId="{CBFCDB52-D4D0-4B31-BC83-21C3E666DF67}" dt="2026-02-14T09:55:39.619" v="55" actId="478"/>
          <ac:spMkLst>
            <pc:docMk/>
            <pc:sldMk cId="0" sldId="272"/>
            <ac:spMk id="3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39.619" v="55" actId="478"/>
          <ac:spMkLst>
            <pc:docMk/>
            <pc:sldMk cId="0" sldId="272"/>
            <ac:spMk id="6" creationId="{00000000-0000-0000-0000-000000000000}"/>
          </ac:spMkLst>
        </pc:spChg>
        <pc:spChg chg="del">
          <ac:chgData name="Youngho Lee" userId="8d4cb33d81fe8010" providerId="LiveId" clId="{CBFCDB52-D4D0-4B31-BC83-21C3E666DF67}" dt="2026-02-14T09:55:39.619" v="55" actId="478"/>
          <ac:spMkLst>
            <pc:docMk/>
            <pc:sldMk cId="0" sldId="272"/>
            <ac:spMk id="7" creationId="{00000000-0000-0000-0000-000000000000}"/>
          </ac:spMkLst>
        </pc:spChg>
        <pc:spChg chg="mod">
          <ac:chgData name="Youngho Lee" userId="8d4cb33d81fe8010" providerId="LiveId" clId="{CBFCDB52-D4D0-4B31-BC83-21C3E666DF67}" dt="2026-02-14T09:48:47.247" v="42" actId="12"/>
          <ac:spMkLst>
            <pc:docMk/>
            <pc:sldMk cId="0" sldId="272"/>
            <ac:spMk id="11" creationId="{00000000-0000-0000-0000-000000000000}"/>
          </ac:spMkLst>
        </pc:spChg>
      </pc:sldChg>
      <pc:sldChg chg="addSp delSp modSp mod">
        <pc:chgData name="Youngho Lee" userId="8d4cb33d81fe8010" providerId="LiveId" clId="{CBFCDB52-D4D0-4B31-BC83-21C3E666DF67}" dt="2026-02-14T12:59:00.410" v="281" actId="22"/>
        <pc:sldMkLst>
          <pc:docMk/>
          <pc:sldMk cId="0" sldId="273"/>
        </pc:sldMkLst>
        <pc:spChg chg="mod">
          <ac:chgData name="Youngho Lee" userId="8d4cb33d81fe8010" providerId="LiveId" clId="{CBFCDB52-D4D0-4B31-BC83-21C3E666DF67}" dt="2026-02-14T11:54:55.018" v="163" actId="403"/>
          <ac:spMkLst>
            <pc:docMk/>
            <pc:sldMk cId="0" sldId="273"/>
            <ac:spMk id="11" creationId="{00000000-0000-0000-0000-000000000000}"/>
          </ac:spMkLst>
        </pc:spChg>
        <pc:spChg chg="add del">
          <ac:chgData name="Youngho Lee" userId="8d4cb33d81fe8010" providerId="LiveId" clId="{CBFCDB52-D4D0-4B31-BC83-21C3E666DF67}" dt="2026-02-14T12:59:00.410" v="281" actId="22"/>
          <ac:spMkLst>
            <pc:docMk/>
            <pc:sldMk cId="0" sldId="273"/>
            <ac:spMk id="17" creationId="{1051C65C-4B49-A53C-970D-084D42FFBBC7}"/>
          </ac:spMkLst>
        </pc:spChg>
      </pc:sldChg>
      <pc:sldChg chg="modSp mod">
        <pc:chgData name="Youngho Lee" userId="8d4cb33d81fe8010" providerId="LiveId" clId="{CBFCDB52-D4D0-4B31-BC83-21C3E666DF67}" dt="2026-02-14T11:55:20.868" v="183" actId="6549"/>
        <pc:sldMkLst>
          <pc:docMk/>
          <pc:sldMk cId="0" sldId="274"/>
        </pc:sldMkLst>
        <pc:spChg chg="mod">
          <ac:chgData name="Youngho Lee" userId="8d4cb33d81fe8010" providerId="LiveId" clId="{CBFCDB52-D4D0-4B31-BC83-21C3E666DF67}" dt="2026-02-14T11:55:20.868" v="183" actId="6549"/>
          <ac:spMkLst>
            <pc:docMk/>
            <pc:sldMk cId="0" sldId="274"/>
            <ac:spMk id="11" creationId="{00000000-0000-0000-0000-000000000000}"/>
          </ac:spMkLst>
        </pc:spChg>
      </pc:sldChg>
      <pc:sldChg chg="modSp mod">
        <pc:chgData name="Youngho Lee" userId="8d4cb33d81fe8010" providerId="LiveId" clId="{CBFCDB52-D4D0-4B31-BC83-21C3E666DF67}" dt="2026-02-14T11:55:39.880" v="198" actId="6549"/>
        <pc:sldMkLst>
          <pc:docMk/>
          <pc:sldMk cId="0" sldId="275"/>
        </pc:sldMkLst>
        <pc:spChg chg="mod">
          <ac:chgData name="Youngho Lee" userId="8d4cb33d81fe8010" providerId="LiveId" clId="{CBFCDB52-D4D0-4B31-BC83-21C3E666DF67}" dt="2026-02-14T11:55:39.880" v="198" actId="6549"/>
          <ac:spMkLst>
            <pc:docMk/>
            <pc:sldMk cId="0" sldId="275"/>
            <ac:spMk id="11" creationId="{00000000-0000-0000-0000-000000000000}"/>
          </ac:spMkLst>
        </pc:spChg>
      </pc:sldChg>
      <pc:sldChg chg="modSp add mod setBg">
        <pc:chgData name="Youngho Lee" userId="8d4cb33d81fe8010" providerId="LiveId" clId="{CBFCDB52-D4D0-4B31-BC83-21C3E666DF67}" dt="2026-02-14T12:33:00.258" v="207" actId="6549"/>
        <pc:sldMkLst>
          <pc:docMk/>
          <pc:sldMk cId="0" sldId="281"/>
        </pc:sldMkLst>
        <pc:spChg chg="mod">
          <ac:chgData name="Youngho Lee" userId="8d4cb33d81fe8010" providerId="LiveId" clId="{CBFCDB52-D4D0-4B31-BC83-21C3E666DF67}" dt="2026-02-14T12:33:00.258" v="207" actId="6549"/>
          <ac:spMkLst>
            <pc:docMk/>
            <pc:sldMk cId="0" sldId="281"/>
            <ac:spMk id="14" creationId="{00000000-0000-0000-0000-000000000000}"/>
          </ac:spMkLst>
        </pc:spChg>
      </pc:sldChg>
      <pc:sldChg chg="add del setBg">
        <pc:chgData name="Youngho Lee" userId="8d4cb33d81fe8010" providerId="LiveId" clId="{CBFCDB52-D4D0-4B31-BC83-21C3E666DF67}" dt="2026-02-14T08:59:49.888" v="15" actId="47"/>
        <pc:sldMkLst>
          <pc:docMk/>
          <pc:sldMk cId="0" sldId="282"/>
        </pc:sldMkLst>
      </pc:sldChg>
      <pc:sldChg chg="addSp modSp new mod">
        <pc:chgData name="Youngho Lee" userId="8d4cb33d81fe8010" providerId="LiveId" clId="{CBFCDB52-D4D0-4B31-BC83-21C3E666DF67}" dt="2026-02-14T12:59:09.441" v="285" actId="14100"/>
        <pc:sldMkLst>
          <pc:docMk/>
          <pc:sldMk cId="2085383423" sldId="282"/>
        </pc:sldMkLst>
        <pc:spChg chg="add mod">
          <ac:chgData name="Youngho Lee" userId="8d4cb33d81fe8010" providerId="LiveId" clId="{CBFCDB52-D4D0-4B31-BC83-21C3E666DF67}" dt="2026-02-14T12:59:09.441" v="285" actId="14100"/>
          <ac:spMkLst>
            <pc:docMk/>
            <pc:sldMk cId="2085383423" sldId="282"/>
            <ac:spMk id="3" creationId="{81C18CEC-1A4D-C442-6E1A-80A83D781B95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6DD5-845B-498F-AD16-C82086799788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B7013-5FC1-4473-A301-5FF698141F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85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AI_Programming_with_AI_Week11.pptx (수업 자료)
- AI_Programming_with_AI_Week12.pptx (수업 자료)
- AI_Programming_with_AI_Week13.pptx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AI_Programming_with_AI_Week11.pptx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AI_Programming_with_AI_Week11.pptx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AI_Programming_with_AI_Week11.pptx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AI_Programming_with_AI_Week11.pptx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AI_Programming_with_AI_Week11.pptx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AI_Programming_with_AI_Week11.pptx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AI_Programming_with_AI_Week11.pptx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AI_Programming_with_AI_Week11.pptx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AI_Programming_with_AI_Week11.pptx (수업 자료)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2861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35263" y="3977640"/>
            <a:ext cx="3840480" cy="3840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AI활용프로그래밍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D1FAE5"/>
                </a:solidFill>
                <a:latin typeface="Malgun Gothic"/>
              </a:defRPr>
            </a:pPr>
            <a:r>
              <a:rPr dirty="0"/>
              <a:t>Week 11. Matplotlib </a:t>
            </a:r>
            <a:r>
              <a:rPr dirty="0" err="1"/>
              <a:t>그래프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E2E8F0"/>
                </a:solidFill>
                <a:latin typeface="Malgun Gothic"/>
              </a:defRPr>
            </a:pPr>
            <a:r>
              <a:t>데이터 시각화 + LLM 사용 연습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학습 목표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19227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Matplotlib의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(</a:t>
            </a:r>
            <a:r>
              <a:rPr dirty="0" err="1"/>
              <a:t>그리기→라벨링→표시</a:t>
            </a:r>
            <a:r>
              <a:rPr dirty="0"/>
              <a:t>)을 </a:t>
            </a:r>
            <a:r>
              <a:rPr dirty="0" err="1"/>
              <a:t>이해한다</a:t>
            </a:r>
            <a:r>
              <a:rPr dirty="0"/>
              <a:t>.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선그래프</a:t>
            </a:r>
            <a:r>
              <a:rPr dirty="0"/>
              <a:t>/</a:t>
            </a:r>
            <a:r>
              <a:rPr dirty="0" err="1"/>
              <a:t>막대그래프</a:t>
            </a:r>
            <a:r>
              <a:rPr dirty="0"/>
              <a:t>/</a:t>
            </a:r>
            <a:r>
              <a:rPr dirty="0" err="1"/>
              <a:t>히스토그램</a:t>
            </a:r>
            <a:r>
              <a:rPr dirty="0"/>
              <a:t>/</a:t>
            </a:r>
            <a:r>
              <a:rPr dirty="0" err="1"/>
              <a:t>산점도를</a:t>
            </a:r>
            <a:r>
              <a:rPr dirty="0"/>
              <a:t> </a:t>
            </a:r>
            <a:r>
              <a:rPr dirty="0" err="1"/>
              <a:t>작성할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제목</a:t>
            </a:r>
            <a:r>
              <a:rPr dirty="0"/>
              <a:t>/축/</a:t>
            </a:r>
            <a:r>
              <a:rPr dirty="0" err="1"/>
              <a:t>범례</a:t>
            </a:r>
            <a:r>
              <a:rPr dirty="0"/>
              <a:t> 등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해석에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요소를</a:t>
            </a:r>
            <a:r>
              <a:rPr dirty="0"/>
              <a:t> </a:t>
            </a:r>
            <a:r>
              <a:rPr dirty="0" err="1"/>
              <a:t>추가할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Pandas </a:t>
            </a:r>
            <a:r>
              <a:rPr dirty="0" err="1"/>
              <a:t>데이터로</a:t>
            </a:r>
            <a:r>
              <a:rPr dirty="0"/>
              <a:t> </a:t>
            </a:r>
            <a:r>
              <a:rPr dirty="0" err="1"/>
              <a:t>간단한</a:t>
            </a:r>
            <a:r>
              <a:rPr dirty="0"/>
              <a:t> </a:t>
            </a:r>
            <a:r>
              <a:rPr dirty="0" err="1"/>
              <a:t>시각화를</a:t>
            </a:r>
            <a:r>
              <a:rPr dirty="0"/>
              <a:t> </a:t>
            </a:r>
            <a:r>
              <a:rPr dirty="0" err="1"/>
              <a:t>수행할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LLM을</a:t>
            </a:r>
            <a:r>
              <a:rPr dirty="0"/>
              <a:t> </a:t>
            </a:r>
            <a:r>
              <a:rPr dirty="0" err="1"/>
              <a:t>활용해</a:t>
            </a:r>
            <a:r>
              <a:rPr dirty="0"/>
              <a:t>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,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,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해석을</a:t>
            </a:r>
            <a:r>
              <a:rPr dirty="0"/>
              <a:t> </a:t>
            </a:r>
            <a:r>
              <a:rPr dirty="0" err="1"/>
              <a:t>수행할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오늘의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1) </a:t>
            </a:r>
            <a:r>
              <a:rPr dirty="0" err="1"/>
              <a:t>시각화가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이유</a:t>
            </a:r>
            <a:endParaRPr dirty="0"/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2) Matplotlib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패턴</a:t>
            </a:r>
            <a:endParaRPr dirty="0"/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3)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차트</a:t>
            </a:r>
            <a:r>
              <a:rPr dirty="0"/>
              <a:t> 4종(선/</a:t>
            </a:r>
            <a:r>
              <a:rPr dirty="0" err="1"/>
              <a:t>막대</a:t>
            </a:r>
            <a:r>
              <a:rPr dirty="0"/>
              <a:t>/</a:t>
            </a:r>
            <a:r>
              <a:rPr dirty="0" err="1"/>
              <a:t>히스토그램</a:t>
            </a:r>
            <a:r>
              <a:rPr dirty="0"/>
              <a:t>/</a:t>
            </a:r>
            <a:r>
              <a:rPr dirty="0" err="1"/>
              <a:t>산점도</a:t>
            </a:r>
            <a:r>
              <a:rPr dirty="0"/>
              <a:t>)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4) </a:t>
            </a:r>
            <a:r>
              <a:rPr dirty="0" err="1"/>
              <a:t>라벨·제목·범례·저장</a:t>
            </a:r>
            <a:endParaRPr dirty="0"/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5) </a:t>
            </a:r>
            <a:r>
              <a:rPr dirty="0" err="1"/>
              <a:t>실습</a:t>
            </a:r>
            <a:r>
              <a:rPr dirty="0"/>
              <a:t>: CSV </a:t>
            </a:r>
            <a:r>
              <a:rPr dirty="0" err="1"/>
              <a:t>데이터로</a:t>
            </a:r>
            <a:r>
              <a:rPr dirty="0"/>
              <a:t> 2개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그래프</a:t>
            </a:r>
            <a:endParaRPr dirty="0"/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6) With AI: </a:t>
            </a:r>
            <a:r>
              <a:rPr dirty="0" err="1"/>
              <a:t>차트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/</a:t>
            </a:r>
            <a:r>
              <a:rPr dirty="0" err="1"/>
              <a:t>해석</a:t>
            </a:r>
            <a:r>
              <a:rPr dirty="0"/>
              <a:t>/</a:t>
            </a:r>
            <a:r>
              <a:rPr dirty="0" err="1"/>
              <a:t>디버깅</a:t>
            </a:r>
            <a:endParaRPr dirty="0"/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7) </a:t>
            </a:r>
            <a:r>
              <a:rPr dirty="0" err="1"/>
              <a:t>미니</a:t>
            </a:r>
            <a:r>
              <a:rPr dirty="0"/>
              <a:t> </a:t>
            </a:r>
            <a:r>
              <a:rPr dirty="0" err="1"/>
              <a:t>퀴즈</a:t>
            </a:r>
            <a:r>
              <a:rPr dirty="0"/>
              <a:t> &amp; </a:t>
            </a:r>
            <a:r>
              <a:rPr dirty="0" err="1"/>
              <a:t>과제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워밍업: 숫자만 보면 안 보이는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295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표(</a:t>
            </a:r>
            <a:r>
              <a:rPr dirty="0" err="1"/>
              <a:t>숫자</a:t>
            </a:r>
            <a:r>
              <a:rPr dirty="0"/>
              <a:t>)는 </a:t>
            </a:r>
            <a:r>
              <a:rPr dirty="0" err="1"/>
              <a:t>정확하지만</a:t>
            </a:r>
            <a:r>
              <a:rPr dirty="0"/>
              <a:t>, </a:t>
            </a:r>
            <a:r>
              <a:rPr dirty="0" err="1"/>
              <a:t>패턴을</a:t>
            </a:r>
            <a:r>
              <a:rPr dirty="0"/>
              <a:t> </a:t>
            </a:r>
            <a:r>
              <a:rPr dirty="0" err="1"/>
              <a:t>한눈에</a:t>
            </a:r>
            <a:r>
              <a:rPr dirty="0"/>
              <a:t> </a:t>
            </a:r>
            <a:r>
              <a:rPr dirty="0" err="1"/>
              <a:t>보기</a:t>
            </a:r>
            <a:r>
              <a:rPr dirty="0"/>
              <a:t> </a:t>
            </a:r>
            <a:r>
              <a:rPr dirty="0" err="1"/>
              <a:t>어렵다</a:t>
            </a:r>
            <a:r>
              <a:rPr dirty="0"/>
              <a:t>.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그래프는</a:t>
            </a:r>
            <a:r>
              <a:rPr dirty="0"/>
              <a:t> </a:t>
            </a:r>
            <a:r>
              <a:rPr dirty="0" err="1"/>
              <a:t>추세</a:t>
            </a:r>
            <a:r>
              <a:rPr dirty="0"/>
              <a:t>/</a:t>
            </a:r>
            <a:r>
              <a:rPr dirty="0" err="1"/>
              <a:t>분포</a:t>
            </a:r>
            <a:r>
              <a:rPr dirty="0"/>
              <a:t>/</a:t>
            </a:r>
            <a:r>
              <a:rPr dirty="0" err="1"/>
              <a:t>이상치를</a:t>
            </a:r>
            <a:r>
              <a:rPr dirty="0"/>
              <a:t> </a:t>
            </a:r>
            <a:r>
              <a:rPr dirty="0" err="1"/>
              <a:t>빠르게</a:t>
            </a:r>
            <a:r>
              <a:rPr dirty="0"/>
              <a:t> </a:t>
            </a:r>
            <a:r>
              <a:rPr dirty="0" err="1"/>
              <a:t>보여준다</a:t>
            </a:r>
            <a:r>
              <a:rPr dirty="0"/>
              <a:t>.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좋은</a:t>
            </a:r>
            <a:r>
              <a:rPr dirty="0"/>
              <a:t> </a:t>
            </a:r>
            <a:r>
              <a:rPr dirty="0" err="1"/>
              <a:t>시각화의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: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§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명확하다</a:t>
            </a:r>
            <a:r>
              <a:rPr dirty="0"/>
              <a:t>(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보여주나</a:t>
            </a:r>
            <a:r>
              <a:rPr dirty="0"/>
              <a:t>?)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§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축/</a:t>
            </a:r>
            <a:r>
              <a:rPr dirty="0" err="1"/>
              <a:t>단위</a:t>
            </a:r>
            <a:r>
              <a:rPr dirty="0"/>
              <a:t>/</a:t>
            </a:r>
            <a:r>
              <a:rPr dirty="0" err="1"/>
              <a:t>범례가</a:t>
            </a:r>
            <a:r>
              <a:rPr dirty="0"/>
              <a:t> </a:t>
            </a:r>
            <a:r>
              <a:rPr dirty="0" err="1"/>
              <a:t>있다</a:t>
            </a:r>
            <a:endParaRPr dirty="0"/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§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과장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읽기</a:t>
            </a:r>
            <a:r>
              <a:rPr dirty="0"/>
              <a:t> </a:t>
            </a:r>
            <a:r>
              <a:rPr dirty="0" err="1"/>
              <a:t>쉽다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· 실행 환경 확인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0. 실행 환경 준비(Colab/Jupyter)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5394960" cy="4754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새 노트북(Colab/Jupyter) 생성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아래 코드 실행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버전이 출력되면 OK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3429000"/>
            <a:ext cx="48463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3444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 / pandas / numpy 버전이 출력된다.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4876495" cy="47548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766560" y="164592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057400"/>
            <a:ext cx="4327855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>
                <a:solidFill>
                  <a:srgbClr val="FFFFFF"/>
                </a:solidFill>
                <a:latin typeface="Liberation Mono"/>
              </a:rPr>
              <a:t>import sys</a:t>
            </a:r>
            <a:endParaRPr lang="en-US" dirty="0"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import numpy as np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import pandas as pd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import matplotlib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print('python', sys.version.split()[0])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print('numpy', np.__version__)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print('pandas', pd.__version__)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print('matplotlib', matplotlib.__version__)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11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 Matplotlib 기본 패턴(최소 코드)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 → 데이터 준비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plt.plot()으로 그리기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title/xlabel/ylabel 넣고 show()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선그래프 1개가 뜨고, 제목/축 라벨이 보인다.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>
                <a:solidFill>
                  <a:srgbClr val="FFFFFF"/>
                </a:solidFill>
                <a:latin typeface="Liberation Mono"/>
              </a:rPr>
              <a:t>import matplotlib.pyplot as plt</a:t>
            </a:r>
            <a:endParaRPr lang="en-US" dirty="0"/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x = [1, 2, 3, 4]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y = [10, 20, 15, 25]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plt.plot(x, y)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plt.title('Line Plot')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plt.xlabel('x')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plt.ylabel('y')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plt.show()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11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2. 선그래프(Line) — “시간에 따른 변화”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x축=시간(또는 순서), y축=값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marker를 켜서 점을 확인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많으면 marker를 줄이기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요일별 걸음 수 추세를 선으로 읽을 수 있다(격자 포함).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>
                <a:solidFill>
                  <a:srgbClr val="FFFFFF"/>
                </a:solidFill>
                <a:latin typeface="Liberation Mono"/>
              </a:rPr>
              <a:t>import matplotlib.pyplot as plt</a:t>
            </a:r>
            <a:endParaRPr lang="en-US" dirty="0"/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days = ['Mon', 'Tue', 'Wed', 'Thu', 'Fri']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steps = [5200, 7400, 6800, 9100, 8000]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plt.plot(days, steps, marker='o')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plt.title('Daily Steps')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plt.xlabel('Day')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plt.ylabel('Steps')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plt.grid(True)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plt.show()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11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3. 막대그래프(Bar) — “범주 비교”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labels=범주, values=값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label이 길면 회전(rotation) 고려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0부터 시작하면 비교가 명확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A/B/C 막대가 나타나고, B가 가장 크다.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>
                <a:solidFill>
                  <a:srgbClr val="FFFFFF"/>
                </a:solidFill>
                <a:latin typeface="Liberation Mono"/>
              </a:rPr>
              <a:t>import matplotlib.pyplot as plt</a:t>
            </a:r>
            <a:endParaRPr lang="en-US" dirty="0"/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labels = ['A', 'B', 'C']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values = [5, 8, 3]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plt.bar(labels, values)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plt.title('Bar Chart')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plt.xlabel('Group')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plt.ylabel('Value')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plt.show()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11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4. 히스토그램(Histogram) — “분포 보기”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data=숫자 리스트/배열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bins로 구간 수 조절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 모양(치우침/이상치)을 관찰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막대가 연속 구간으로 나오며 “대략 종 모양”이 보일 수 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>
                <a:solidFill>
                  <a:srgbClr val="FFFFFF"/>
                </a:solidFill>
                <a:latin typeface="Liberation Mono"/>
              </a:rPr>
              <a:t>import numpy as np</a:t>
            </a:r>
            <a:endParaRPr lang="en-US" dirty="0"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import matplotlib.pyplot as plt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np.random.seed(0)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data = np.random.randn(1000)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plt.hist(data, bins=20)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plt.title('Histogram')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plt.xlabel('Value')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plt.ylabel('Count')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plt.show()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11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5. 산점도(Scatter) — “두 변수 관계”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x=변수1, y=변수2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점이 올라가면 양의 관계, 내려가면 음의 관계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튀는 점(outlier)을 체크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5개가 찍히고, 점들의 퍼짐을 보고 관계를 추측할 수 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>
                <a:solidFill>
                  <a:srgbClr val="FFFFFF"/>
                </a:solidFill>
                <a:latin typeface="Liberation Mono"/>
              </a:rPr>
              <a:t>import matplotlib.pyplot as plt</a:t>
            </a:r>
            <a:endParaRPr lang="en-US" dirty="0"/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x = [1, 2, 3, 4, 5]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y = [2, 4, 1, 5, 3]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plt.scatter(x, y)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plt.title('Scatter')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plt.xlabel('x')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plt.ylabel('y')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plt.show()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11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6. 여러 선 + 범례(legend)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선에 label 지정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plt.legend()로 범례 표시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데이터 비교에 필수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두 선이 보이고, 범례에 A, B가 표시된다.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>
                <a:solidFill>
                  <a:srgbClr val="FFFFFF"/>
                </a:solidFill>
                <a:latin typeface="Liberation Mono"/>
              </a:rPr>
              <a:t>import matplotlib.pyplot as plt</a:t>
            </a:r>
            <a:endParaRPr lang="en-US" dirty="0"/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x = [1, 2, 3]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a = [10, 20, 15]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b = [8, 18, 25]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plt.plot(x, a, marker='o', label='A')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plt.plot(x, b, marker='o', label='B')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plt.title('Two Lines')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plt.xlabel('x')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plt.ylabel('y')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plt.legend()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plt.show()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11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7. 그래프 저장(savefig) — show()보다 먼저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파일명(경로 포함)을 정한다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plt.savefig()를 show() 전에 호출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과제/보고서 제출용으로 PNG 저장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폴더에 figure.png 파일이 생긴다(또는 Colab 파일탭에 표시).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>
                <a:solidFill>
                  <a:srgbClr val="FFFFFF"/>
                </a:solidFill>
                <a:latin typeface="Liberation Mono"/>
              </a:rPr>
              <a:t>import matplotlib.pyplot as plt</a:t>
            </a:r>
            <a:endParaRPr lang="en-US" dirty="0"/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plt.plot([1, 2, 3], [2, 3, 5])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plt.title('Save Example')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plt.xlabel('x')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plt.ylabel('y')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plt.savefig('figure.png', dpi=150)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plt.show()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11 · 따라하기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23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8. Pandas로 빠르게 그리기(plot kind)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539496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CSV를 읽어 DataFrame 생성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df[col].plot(kind=...)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꾸미기는 Matplotlib로 확장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15968"/>
            <a:ext cx="4937760" cy="1856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773168"/>
            <a:ext cx="46634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분포 히스토그램이 뜨고, bins=5라 구간이 5개로 보인다.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48764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4327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코드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43278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>
                <a:solidFill>
                  <a:srgbClr val="FFFFFF"/>
                </a:solidFill>
                <a:latin typeface="Liberation Mono"/>
              </a:rPr>
              <a:t>import pandas as pd</a:t>
            </a:r>
            <a:endParaRPr lang="en-US" dirty="0"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import matplotlib.pyplot as plt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df = pd.DataFrame({'score': [70, 85, 90, 60, 75, 88, 95]})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# df = pd.read_csv('data.csv')</a:t>
            </a:r>
          </a:p>
          <a:p>
            <a:pPr/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df['score'].plot(kind='hist', bins=5)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plt.title('Score Distribution')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plt.xlabel('score')</a:t>
            </a:r>
          </a:p>
          <a:p>
            <a:pPr/>
            <a:r>
              <a:rPr>
                <a:solidFill>
                  <a:srgbClr val="FFFFFF"/>
                </a:solidFill>
                <a:latin typeface="Liberation Mono"/>
              </a:rPr>
              <a:t>plt.show()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11 · 실습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77724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CSV로 그래프 2개 + 해석 2줄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22960" y="1417320"/>
            <a:ext cx="5577840" cy="480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15727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993392"/>
            <a:ext cx="51206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1개 선택(수업 제공/개인 데이터)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2종류 이상(선+히스토그램 등)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그래프에 제목/축 라벨 포함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그래프에서 읽은 결론 2줄 작성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가능하면 savefig로 1개 저장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1188720"/>
            <a:ext cx="4647895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995160" y="1600200"/>
            <a:ext cx="4099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AI 프롬프트(복사해서 사용)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011680"/>
            <a:ext cx="4099255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 너는 데이터 분석가야.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컬럼: (여기에 내 컬럼을 적어줘)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질문: (예: '수면시간과 점수의 관계')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요청: 1) 어떤 그래프가 적절한지 이유와 함께 추천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Matplotlib 코드 예시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그래프를 보고 쓸 해석 문장 2~3문장(과장 금지)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rPr dirty="0" err="1"/>
              <a:t>차트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가이드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19227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추세</a:t>
            </a:r>
            <a:r>
              <a:rPr dirty="0"/>
              <a:t>(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변화</a:t>
            </a:r>
            <a:r>
              <a:rPr dirty="0"/>
              <a:t>): </a:t>
            </a:r>
            <a:r>
              <a:rPr dirty="0" err="1"/>
              <a:t>선그래프</a:t>
            </a:r>
            <a:endParaRPr dirty="0"/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범주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: </a:t>
            </a:r>
            <a:r>
              <a:rPr dirty="0" err="1"/>
              <a:t>막대그래프</a:t>
            </a:r>
            <a:endParaRPr dirty="0"/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분포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: </a:t>
            </a:r>
            <a:r>
              <a:rPr dirty="0" err="1"/>
              <a:t>히스토그램</a:t>
            </a:r>
            <a:endParaRPr dirty="0"/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관계</a:t>
            </a:r>
            <a:r>
              <a:rPr dirty="0"/>
              <a:t>/</a:t>
            </a:r>
            <a:r>
              <a:rPr dirty="0" err="1"/>
              <a:t>상관</a:t>
            </a:r>
            <a:r>
              <a:rPr dirty="0"/>
              <a:t>: </a:t>
            </a:r>
            <a:r>
              <a:rPr dirty="0" err="1"/>
              <a:t>산점도</a:t>
            </a:r>
            <a:endParaRPr dirty="0"/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Tip: </a:t>
            </a:r>
            <a:r>
              <a:rPr dirty="0" err="1"/>
              <a:t>질문을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정하면</a:t>
            </a:r>
            <a:r>
              <a:rPr dirty="0"/>
              <a:t> </a:t>
            </a:r>
            <a:r>
              <a:rPr dirty="0" err="1"/>
              <a:t>차트가</a:t>
            </a:r>
            <a:r>
              <a:rPr dirty="0"/>
              <a:t> </a:t>
            </a:r>
            <a:r>
              <a:rPr dirty="0" err="1"/>
              <a:t>따라온다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연습</a:t>
            </a:r>
            <a:r>
              <a:rPr dirty="0"/>
              <a:t>(</a:t>
            </a:r>
            <a:r>
              <a:rPr dirty="0" err="1"/>
              <a:t>예시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1) 최고/최저 값은 언제인가?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2) 전체 추세는 상승/하락/변동인가?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3) 분포가 한쪽으로 치우쳤는가?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4) 이상치(outlier)가 있는가?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→ 해석 한 줄을 꼭 써보자(과제 채점 포인트)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자주 발생하는 오류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19227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그래프가</a:t>
            </a:r>
            <a:r>
              <a:rPr dirty="0"/>
              <a:t> 안 뜸: show() </a:t>
            </a:r>
            <a:r>
              <a:rPr dirty="0" err="1"/>
              <a:t>누락</a:t>
            </a:r>
            <a:r>
              <a:rPr dirty="0"/>
              <a:t>,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문제</a:t>
            </a:r>
            <a:endParaRPr dirty="0"/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한글</a:t>
            </a:r>
            <a:r>
              <a:rPr dirty="0"/>
              <a:t> </a:t>
            </a:r>
            <a:r>
              <a:rPr dirty="0" err="1"/>
              <a:t>깨짐</a:t>
            </a:r>
            <a:r>
              <a:rPr dirty="0"/>
              <a:t>: </a:t>
            </a:r>
            <a:r>
              <a:rPr dirty="0" err="1"/>
              <a:t>폰트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(</a:t>
            </a:r>
            <a:r>
              <a:rPr dirty="0" err="1"/>
              <a:t>환경별</a:t>
            </a:r>
            <a:r>
              <a:rPr dirty="0"/>
              <a:t> </a:t>
            </a:r>
            <a:r>
              <a:rPr dirty="0" err="1"/>
              <a:t>상이</a:t>
            </a:r>
            <a:r>
              <a:rPr dirty="0"/>
              <a:t>)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길이</a:t>
            </a:r>
            <a:r>
              <a:rPr dirty="0"/>
              <a:t> </a:t>
            </a:r>
            <a:r>
              <a:rPr dirty="0" err="1"/>
              <a:t>불일치</a:t>
            </a:r>
            <a:r>
              <a:rPr dirty="0"/>
              <a:t>: </a:t>
            </a:r>
            <a:r>
              <a:rPr dirty="0" err="1"/>
              <a:t>x와</a:t>
            </a:r>
            <a:r>
              <a:rPr dirty="0"/>
              <a:t> y </a:t>
            </a:r>
            <a:r>
              <a:rPr dirty="0" err="1"/>
              <a:t>길이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NaN</a:t>
            </a:r>
            <a:r>
              <a:rPr dirty="0"/>
              <a:t> </a:t>
            </a:r>
            <a:r>
              <a:rPr dirty="0" err="1"/>
              <a:t>존재</a:t>
            </a:r>
            <a:r>
              <a:rPr dirty="0"/>
              <a:t>: </a:t>
            </a:r>
            <a:r>
              <a:rPr dirty="0" err="1"/>
              <a:t>결측치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후 </a:t>
            </a:r>
            <a:r>
              <a:rPr dirty="0" err="1"/>
              <a:t>시각화</a:t>
            </a:r>
            <a:endParaRPr dirty="0"/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해결</a:t>
            </a:r>
            <a:r>
              <a:rPr dirty="0"/>
              <a:t>: </a:t>
            </a:r>
            <a:r>
              <a:rPr dirty="0" err="1"/>
              <a:t>에러</a:t>
            </a:r>
            <a:r>
              <a:rPr dirty="0"/>
              <a:t> </a:t>
            </a:r>
            <a:r>
              <a:rPr dirty="0" err="1"/>
              <a:t>메시지</a:t>
            </a:r>
            <a:r>
              <a:rPr dirty="0"/>
              <a:t> + </a:t>
            </a:r>
            <a:r>
              <a:rPr dirty="0" err="1"/>
              <a:t>데이터</a:t>
            </a:r>
            <a:r>
              <a:rPr dirty="0"/>
              <a:t> shape </a:t>
            </a:r>
            <a:r>
              <a:rPr dirty="0" err="1"/>
              <a:t>확인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실습 목표: 미니 EDA 리포트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19227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CSV </a:t>
            </a:r>
            <a:r>
              <a:rPr dirty="0" err="1"/>
              <a:t>데이터</a:t>
            </a:r>
            <a:r>
              <a:rPr dirty="0"/>
              <a:t> 1개를 </a:t>
            </a:r>
            <a:r>
              <a:rPr dirty="0" err="1"/>
              <a:t>선택</a:t>
            </a:r>
            <a:r>
              <a:rPr dirty="0"/>
              <a:t>(</a:t>
            </a:r>
            <a:r>
              <a:rPr dirty="0" err="1"/>
              <a:t>수업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개인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)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최소</a:t>
            </a:r>
            <a:r>
              <a:rPr dirty="0"/>
              <a:t> 2종류 </a:t>
            </a:r>
            <a:r>
              <a:rPr dirty="0" err="1"/>
              <a:t>그리기</a:t>
            </a:r>
            <a:endParaRPr dirty="0"/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각 </a:t>
            </a:r>
            <a:r>
              <a:rPr dirty="0" err="1"/>
              <a:t>그래프에</a:t>
            </a:r>
            <a:r>
              <a:rPr dirty="0"/>
              <a:t> </a:t>
            </a:r>
            <a:r>
              <a:rPr dirty="0" err="1"/>
              <a:t>제목</a:t>
            </a:r>
            <a:r>
              <a:rPr dirty="0"/>
              <a:t>/축 </a:t>
            </a:r>
            <a:r>
              <a:rPr dirty="0" err="1"/>
              <a:t>라벨</a:t>
            </a:r>
            <a:r>
              <a:rPr dirty="0"/>
              <a:t> </a:t>
            </a:r>
            <a:r>
              <a:rPr dirty="0" err="1"/>
              <a:t>포함</a:t>
            </a:r>
            <a:endParaRPr dirty="0"/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그래프에서</a:t>
            </a:r>
            <a:r>
              <a:rPr dirty="0"/>
              <a:t> </a:t>
            </a:r>
            <a:r>
              <a:rPr dirty="0" err="1"/>
              <a:t>읽을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결론</a:t>
            </a:r>
            <a:r>
              <a:rPr dirty="0"/>
              <a:t> 2줄 </a:t>
            </a:r>
            <a:r>
              <a:rPr dirty="0" err="1"/>
              <a:t>작성</a:t>
            </a:r>
            <a:endParaRPr dirty="0"/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→ '</a:t>
            </a:r>
            <a:r>
              <a:rPr dirty="0" err="1"/>
              <a:t>그리기</a:t>
            </a:r>
            <a:r>
              <a:rPr dirty="0"/>
              <a:t>' + '</a:t>
            </a:r>
            <a:r>
              <a:rPr dirty="0" err="1"/>
              <a:t>해석'까지가</a:t>
            </a:r>
            <a:r>
              <a:rPr dirty="0"/>
              <a:t> </a:t>
            </a:r>
            <a:r>
              <a:rPr dirty="0" err="1"/>
              <a:t>완성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025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18/25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With AI 1: 차트 선택 프롬프트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5303520" cy="17007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너는</a:t>
            </a:r>
            <a:r>
              <a:rPr sz="1600" dirty="0"/>
              <a:t> </a:t>
            </a:r>
            <a:r>
              <a:rPr sz="1600" dirty="0" err="1"/>
              <a:t>데이터</a:t>
            </a:r>
            <a:r>
              <a:rPr sz="1600" dirty="0"/>
              <a:t> </a:t>
            </a:r>
            <a:r>
              <a:rPr sz="1600" dirty="0" err="1"/>
              <a:t>분석가야</a:t>
            </a:r>
            <a:r>
              <a:rPr sz="1600" dirty="0"/>
              <a:t>.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내가</a:t>
            </a:r>
            <a:r>
              <a:rPr sz="1600" dirty="0"/>
              <a:t> </a:t>
            </a:r>
            <a:r>
              <a:rPr sz="1600" dirty="0" err="1"/>
              <a:t>가진</a:t>
            </a:r>
            <a:r>
              <a:rPr sz="1600" dirty="0"/>
              <a:t> </a:t>
            </a:r>
            <a:r>
              <a:rPr sz="1600" dirty="0" err="1"/>
              <a:t>데이터</a:t>
            </a:r>
            <a:r>
              <a:rPr sz="1600" dirty="0"/>
              <a:t> </a:t>
            </a:r>
            <a:r>
              <a:rPr sz="1600" dirty="0" err="1"/>
              <a:t>컬럼은</a:t>
            </a:r>
            <a:r>
              <a:rPr sz="1600" dirty="0"/>
              <a:t> </a:t>
            </a:r>
            <a:r>
              <a:rPr sz="1600" dirty="0" err="1"/>
              <a:t>다음과</a:t>
            </a:r>
            <a:r>
              <a:rPr sz="1600" dirty="0"/>
              <a:t> </a:t>
            </a:r>
            <a:r>
              <a:rPr sz="1600" dirty="0" err="1"/>
              <a:t>같아</a:t>
            </a:r>
            <a:r>
              <a:rPr sz="1600" dirty="0"/>
              <a:t>: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/>
              <a:t>- date, steps, </a:t>
            </a:r>
            <a:r>
              <a:rPr sz="1600" dirty="0" err="1"/>
              <a:t>sleep_hours</a:t>
            </a:r>
            <a:r>
              <a:rPr sz="1600" dirty="0"/>
              <a:t>, score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질문</a:t>
            </a:r>
            <a:r>
              <a:rPr sz="1600" dirty="0"/>
              <a:t>: "</a:t>
            </a:r>
            <a:r>
              <a:rPr sz="1600" dirty="0" err="1"/>
              <a:t>수면시간과</a:t>
            </a:r>
            <a:r>
              <a:rPr sz="1600" dirty="0"/>
              <a:t> </a:t>
            </a:r>
            <a:r>
              <a:rPr sz="1600" dirty="0" err="1"/>
              <a:t>점수의</a:t>
            </a:r>
            <a:r>
              <a:rPr sz="1600" dirty="0"/>
              <a:t> </a:t>
            </a:r>
            <a:r>
              <a:rPr sz="1600" dirty="0" err="1"/>
              <a:t>관계"를</a:t>
            </a:r>
            <a:r>
              <a:rPr sz="1600" dirty="0"/>
              <a:t> </a:t>
            </a:r>
            <a:r>
              <a:rPr sz="1600" dirty="0" err="1"/>
              <a:t>보고</a:t>
            </a:r>
            <a:r>
              <a:rPr sz="1600" dirty="0"/>
              <a:t> </a:t>
            </a:r>
            <a:r>
              <a:rPr sz="1600" dirty="0" err="1"/>
              <a:t>싶어</a:t>
            </a:r>
            <a:r>
              <a:rPr sz="1600" dirty="0"/>
              <a:t>.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어떤</a:t>
            </a:r>
            <a:r>
              <a:rPr sz="1600" dirty="0"/>
              <a:t> </a:t>
            </a:r>
            <a:r>
              <a:rPr sz="1600" dirty="0" err="1"/>
              <a:t>그래프가</a:t>
            </a:r>
            <a:r>
              <a:rPr sz="1600" dirty="0"/>
              <a:t> </a:t>
            </a:r>
            <a:r>
              <a:rPr sz="1600" dirty="0" err="1"/>
              <a:t>좋고</a:t>
            </a:r>
            <a:r>
              <a:rPr sz="1600" dirty="0"/>
              <a:t>, 왜 </a:t>
            </a:r>
            <a:r>
              <a:rPr sz="1600" dirty="0" err="1"/>
              <a:t>그런지</a:t>
            </a:r>
            <a:r>
              <a:rPr sz="1600" dirty="0"/>
              <a:t> </a:t>
            </a:r>
            <a:r>
              <a:rPr sz="1600" dirty="0" err="1"/>
              <a:t>설명해줘</a:t>
            </a:r>
            <a:r>
              <a:rPr sz="1600" dirty="0"/>
              <a:t>.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그리고</a:t>
            </a:r>
            <a:r>
              <a:rPr sz="1600" dirty="0"/>
              <a:t> Matplotlib </a:t>
            </a:r>
            <a:r>
              <a:rPr sz="1600" dirty="0" err="1"/>
              <a:t>코드</a:t>
            </a:r>
            <a:r>
              <a:rPr sz="1600" dirty="0"/>
              <a:t> </a:t>
            </a:r>
            <a:r>
              <a:rPr sz="1600" dirty="0" err="1"/>
              <a:t>예시를</a:t>
            </a:r>
            <a:r>
              <a:rPr sz="1600" dirty="0"/>
              <a:t> 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18288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000" b="1">
                <a:solidFill>
                  <a:srgbClr val="0B1F3B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286000"/>
            <a:ext cx="4114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컬럼과 질문을 같이 제공하면 차트 추천이 정확</a:t>
            </a:r>
          </a:p>
          <a:p>
            <a:pPr algn="l">
              <a:lnSpc>
                <a:spcPct val="115000"/>
              </a:lnSpc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'왜'를 요구해 선택 근거를 학습</a:t>
            </a:r>
          </a:p>
          <a:p>
            <a:pPr algn="l">
              <a:lnSpc>
                <a:spcPct val="115000"/>
              </a:lnSpc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코드 예시를 받아 바로 실습에 적용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18CEC-1A4D-C442-6E1A-80A83D781B95}"/>
              </a:ext>
            </a:extLst>
          </p:cNvPr>
          <p:cNvSpPr txBox="1"/>
          <p:nvPr/>
        </p:nvSpPr>
        <p:spPr>
          <a:xfrm>
            <a:off x="553452" y="1304108"/>
            <a:ext cx="10587789" cy="227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b="0">
                <a:solidFill>
                  <a:srgbClr val="008000"/>
                </a:solidFill>
                <a:latin typeface="Courier New"/>
              </a:rPr>
              <a:t># 예시 데이터 생성 (실제 데이터가 없으므로 가상의 데이터를 만듭니다)</a:t>
            </a: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/>
            <a:r>
              <a:rPr b="0">
                <a:solidFill>
                  <a:srgbClr val="008000"/>
                </a:solidFill>
                <a:latin typeface="Courier New"/>
              </a:rPr>
              <a:t>data = {</a:t>
            </a:r>
          </a:p>
          <a:p>
            <a:pPr/>
            <a:r>
              <a:rPr b="0">
                <a:solidFill>
                  <a:srgbClr val="008000"/>
                </a:solidFill>
                <a:latin typeface="Courier New"/>
              </a:rPr>
              <a:t>    'sleep_hours': [6, 7, 8, 5, 7.5, 6.5, 9, 5.5, 8.5, 7, 6, 7, 8, 6.5, 7.5, 9, 5, 8, 7, 6],</a:t>
            </a:r>
          </a:p>
          <a:p>
            <a:pPr/>
            <a:r>
              <a:rPr b="0">
                <a:solidFill>
                  <a:srgbClr val="008000"/>
                </a:solidFill>
                <a:latin typeface="Courier New"/>
              </a:rPr>
              <a:t>    'score': [70, 85, 92, 60, 88, 78, 95, 65, 90, 80, 72, 83, 91, 75, 86, 96, 62, 89, 81, 73],</a:t>
            </a:r>
          </a:p>
          <a:p>
            <a:pPr/>
            <a:r>
              <a:rPr b="0">
                <a:solidFill>
                  <a:srgbClr val="008000"/>
                </a:solidFill>
                <a:latin typeface="Courier New"/>
              </a:rPr>
              <a:t>    'study_time': [2, 3, 4, 1, 3.5, 2.5, 5, 1.5, 4.5, 3, 2, 3, 4, 2.5, 3.5, 5, 1, 4, 3, 2],</a:t>
            </a:r>
          </a:p>
          <a:p>
            <a:pPr/>
            <a:r>
              <a:rPr b="0">
                <a:solidFill>
                  <a:srgbClr val="008000"/>
                </a:solidFill>
                <a:latin typeface="Courier New"/>
              </a:rPr>
              <a:t>    'gender': ['Male', 'Female'] * 10,</a:t>
            </a:r>
          </a:p>
          <a:p>
            <a:pPr/>
            <a:r>
              <a:rPr b="0">
                <a:solidFill>
                  <a:srgbClr val="008000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5383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025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19/25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With AI 2: 그래프 오류 디버깅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5303520" cy="30550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아래</a:t>
            </a:r>
            <a:r>
              <a:rPr sz="1600" dirty="0"/>
              <a:t> </a:t>
            </a:r>
            <a:r>
              <a:rPr sz="1600" dirty="0" err="1"/>
              <a:t>코드가</a:t>
            </a:r>
            <a:r>
              <a:rPr sz="1600" dirty="0"/>
              <a:t> </a:t>
            </a:r>
            <a:r>
              <a:rPr sz="1600" dirty="0" err="1"/>
              <a:t>에러가</a:t>
            </a:r>
            <a:r>
              <a:rPr sz="1600" dirty="0"/>
              <a:t> 나.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원인과</a:t>
            </a:r>
            <a:r>
              <a:rPr sz="1600" dirty="0"/>
              <a:t> </a:t>
            </a:r>
            <a:r>
              <a:rPr sz="1600" dirty="0" err="1"/>
              <a:t>해결책을</a:t>
            </a:r>
            <a:r>
              <a:rPr sz="1600" dirty="0"/>
              <a:t> </a:t>
            </a:r>
            <a:r>
              <a:rPr sz="1600" dirty="0" err="1"/>
              <a:t>알려줘</a:t>
            </a:r>
            <a:r>
              <a:rPr sz="1600" dirty="0"/>
              <a:t>.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/>
              <a:t> 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/>
              <a:t>```python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plt.plot</a:t>
            </a:r>
            <a:r>
              <a:rPr sz="1600" dirty="0"/>
              <a:t>(x, y)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plt.show</a:t>
            </a:r>
            <a:r>
              <a:rPr sz="1600" dirty="0"/>
              <a:t>()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/>
              <a:t>```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/>
              <a:t> 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에러</a:t>
            </a:r>
            <a:r>
              <a:rPr sz="1600" dirty="0"/>
              <a:t> </a:t>
            </a:r>
            <a:r>
              <a:rPr sz="1600" dirty="0" err="1"/>
              <a:t>메시지</a:t>
            </a:r>
            <a:r>
              <a:rPr sz="1600" dirty="0"/>
              <a:t>: </a:t>
            </a:r>
            <a:r>
              <a:rPr sz="1600" dirty="0" err="1"/>
              <a:t>ValueError</a:t>
            </a:r>
            <a:r>
              <a:rPr sz="1600" dirty="0"/>
              <a:t>: x and y must have same first dimension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/>
              <a:t>x, </a:t>
            </a:r>
            <a:r>
              <a:rPr sz="1600" dirty="0" err="1"/>
              <a:t>y의</a:t>
            </a:r>
            <a:r>
              <a:rPr sz="1600" dirty="0"/>
              <a:t> </a:t>
            </a:r>
            <a:r>
              <a:rPr sz="1600" dirty="0" err="1"/>
              <a:t>길이를</a:t>
            </a:r>
            <a:r>
              <a:rPr sz="1600" dirty="0"/>
              <a:t> </a:t>
            </a:r>
            <a:r>
              <a:rPr sz="1600" dirty="0" err="1"/>
              <a:t>확인하는</a:t>
            </a:r>
            <a:r>
              <a:rPr sz="1600" dirty="0"/>
              <a:t> </a:t>
            </a:r>
            <a:r>
              <a:rPr sz="1600" dirty="0" err="1"/>
              <a:t>코드도</a:t>
            </a:r>
            <a:r>
              <a:rPr sz="1600" dirty="0"/>
              <a:t> </a:t>
            </a:r>
            <a:r>
              <a:rPr sz="1600" dirty="0" err="1"/>
              <a:t>함께</a:t>
            </a:r>
            <a:r>
              <a:rPr sz="1600" dirty="0"/>
              <a:t> </a:t>
            </a:r>
            <a:r>
              <a:rPr sz="1600" dirty="0" err="1"/>
              <a:t>제시해줘</a:t>
            </a:r>
            <a:r>
              <a:rPr sz="1600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18288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000" b="1">
                <a:solidFill>
                  <a:srgbClr val="0B1F3B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286000"/>
            <a:ext cx="4114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에러 메시지 원문을 포함</a:t>
            </a:r>
          </a:p>
          <a:p>
            <a:pPr algn="l">
              <a:lnSpc>
                <a:spcPct val="115000"/>
              </a:lnSpc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데이터의 길이/shape 확인 코드를 요청</a:t>
            </a:r>
          </a:p>
          <a:p>
            <a:pPr algn="l">
              <a:lnSpc>
                <a:spcPct val="115000"/>
              </a:lnSpc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수정 후엔 작은 샘플로 먼저 테스트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025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20/25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With AI 3: 결과 해석 문장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5303520" cy="19716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내가</a:t>
            </a:r>
            <a:r>
              <a:rPr sz="1600" dirty="0"/>
              <a:t> </a:t>
            </a:r>
            <a:r>
              <a:rPr sz="1600" dirty="0" err="1"/>
              <a:t>만든</a:t>
            </a:r>
            <a:r>
              <a:rPr sz="1600" dirty="0"/>
              <a:t> </a:t>
            </a:r>
            <a:r>
              <a:rPr sz="1600" dirty="0" err="1"/>
              <a:t>그래프를</a:t>
            </a:r>
            <a:r>
              <a:rPr sz="1600" dirty="0"/>
              <a:t> </a:t>
            </a:r>
            <a:r>
              <a:rPr sz="1600" dirty="0" err="1"/>
              <a:t>설명문으로</a:t>
            </a:r>
            <a:r>
              <a:rPr sz="1600" dirty="0"/>
              <a:t> </a:t>
            </a:r>
            <a:r>
              <a:rPr sz="1600" dirty="0" err="1"/>
              <a:t>쓰고</a:t>
            </a:r>
            <a:r>
              <a:rPr sz="1600" dirty="0"/>
              <a:t> </a:t>
            </a:r>
            <a:r>
              <a:rPr sz="1600" dirty="0" err="1"/>
              <a:t>싶어</a:t>
            </a:r>
            <a:r>
              <a:rPr sz="1600" dirty="0"/>
              <a:t>.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아래</a:t>
            </a:r>
            <a:r>
              <a:rPr sz="1600" dirty="0"/>
              <a:t> </a:t>
            </a:r>
            <a:r>
              <a:rPr sz="1600" dirty="0" err="1"/>
              <a:t>요약</a:t>
            </a:r>
            <a:r>
              <a:rPr sz="1600" dirty="0"/>
              <a:t> </a:t>
            </a:r>
            <a:r>
              <a:rPr sz="1600" dirty="0" err="1"/>
              <a:t>통계를</a:t>
            </a:r>
            <a:r>
              <a:rPr sz="1600" dirty="0"/>
              <a:t> </a:t>
            </a:r>
            <a:r>
              <a:rPr sz="1600" dirty="0" err="1"/>
              <a:t>참고해서</a:t>
            </a:r>
            <a:r>
              <a:rPr sz="1600" dirty="0"/>
              <a:t> 3문장으로 </a:t>
            </a:r>
            <a:r>
              <a:rPr sz="1600" dirty="0" err="1"/>
              <a:t>해석을</a:t>
            </a:r>
            <a:r>
              <a:rPr sz="1600" dirty="0"/>
              <a:t> </a:t>
            </a:r>
            <a:r>
              <a:rPr sz="1600" dirty="0" err="1"/>
              <a:t>작성해줘</a:t>
            </a:r>
            <a:r>
              <a:rPr sz="1600" dirty="0"/>
              <a:t>.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 err="1"/>
              <a:t>조건</a:t>
            </a:r>
            <a:r>
              <a:rPr sz="1600" dirty="0"/>
              <a:t>: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/>
              <a:t>- </a:t>
            </a:r>
            <a:r>
              <a:rPr sz="1600" dirty="0" err="1"/>
              <a:t>과장</a:t>
            </a:r>
            <a:r>
              <a:rPr sz="1600" dirty="0"/>
              <a:t> </a:t>
            </a:r>
            <a:r>
              <a:rPr sz="1600" dirty="0" err="1"/>
              <a:t>금지</a:t>
            </a:r>
            <a:r>
              <a:rPr sz="1600" dirty="0"/>
              <a:t>(</a:t>
            </a:r>
            <a:r>
              <a:rPr sz="1600" dirty="0" err="1"/>
              <a:t>사실</a:t>
            </a:r>
            <a:r>
              <a:rPr sz="1600" dirty="0"/>
              <a:t> </a:t>
            </a:r>
            <a:r>
              <a:rPr sz="1600" dirty="0" err="1"/>
              <a:t>기반</a:t>
            </a:r>
            <a:r>
              <a:rPr sz="1600" dirty="0"/>
              <a:t>)</a:t>
            </a:r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 dirty="0"/>
              <a:t>- 한 </a:t>
            </a:r>
            <a:r>
              <a:rPr sz="1600" dirty="0" err="1"/>
              <a:t>문장은</a:t>
            </a:r>
            <a:r>
              <a:rPr sz="1600" dirty="0"/>
              <a:t> </a:t>
            </a:r>
            <a:r>
              <a:rPr sz="1600" dirty="0" err="1"/>
              <a:t>이상치</a:t>
            </a:r>
            <a:r>
              <a:rPr sz="1600" dirty="0"/>
              <a:t>/</a:t>
            </a:r>
            <a:r>
              <a:rPr sz="1600" dirty="0" err="1"/>
              <a:t>예외에</a:t>
            </a:r>
            <a:r>
              <a:rPr sz="1600" dirty="0"/>
              <a:t> </a:t>
            </a:r>
            <a:r>
              <a:rPr sz="1600" dirty="0" err="1"/>
              <a:t>대한</a:t>
            </a:r>
            <a:r>
              <a:rPr sz="1600" dirty="0"/>
              <a:t> </a:t>
            </a:r>
            <a:r>
              <a:rPr sz="1600" dirty="0" err="1"/>
              <a:t>언급</a:t>
            </a:r>
            <a:r>
              <a:rPr sz="1600" dirty="0"/>
              <a:t> </a:t>
            </a:r>
            <a:r>
              <a:rPr sz="1600" dirty="0" err="1"/>
              <a:t>포함</a:t>
            </a:r>
            <a:endParaRPr sz="1600" dirty="0"/>
          </a:p>
          <a:p>
            <a:pPr algn="l">
              <a:lnSpc>
                <a:spcPct val="110000"/>
              </a:lnSpc>
              <a:defRPr sz="1400" b="0">
                <a:solidFill>
                  <a:srgbClr val="8292A2"/>
                </a:solidFill>
                <a:latin typeface="Consolas"/>
              </a:defRPr>
            </a:pPr>
            <a:r>
              <a:rPr sz="1600"/>
              <a:t>- </a:t>
            </a:r>
            <a:r>
              <a:rPr sz="1600" dirty="0" err="1"/>
              <a:t>마지막</a:t>
            </a:r>
            <a:r>
              <a:rPr sz="1600" dirty="0"/>
              <a:t> </a:t>
            </a:r>
            <a:r>
              <a:rPr sz="1600" dirty="0" err="1"/>
              <a:t>문장은</a:t>
            </a:r>
            <a:r>
              <a:rPr sz="1600" dirty="0"/>
              <a:t> </a:t>
            </a:r>
            <a:r>
              <a:rPr sz="1600" dirty="0" err="1"/>
              <a:t>다음</a:t>
            </a:r>
            <a:r>
              <a:rPr sz="1600" dirty="0"/>
              <a:t> </a:t>
            </a:r>
            <a:r>
              <a:rPr sz="1600" dirty="0" err="1"/>
              <a:t>분석</a:t>
            </a:r>
            <a:r>
              <a:rPr sz="1600" dirty="0"/>
              <a:t> </a:t>
            </a:r>
            <a:r>
              <a:rPr sz="1600" dirty="0" err="1"/>
              <a:t>제안</a:t>
            </a:r>
            <a:r>
              <a:rPr sz="1600" dirty="0"/>
              <a:t> 1개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18288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000" b="1">
                <a:solidFill>
                  <a:srgbClr val="0B1F3B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286000"/>
            <a:ext cx="4114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해석 문장을 요청하면 보고서 작성이 쉬워짐</a:t>
            </a:r>
          </a:p>
          <a:p>
            <a:pPr algn="l">
              <a:lnSpc>
                <a:spcPct val="115000"/>
              </a:lnSpc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단, '과장 금지' 같은 제약을 꼭 명시</a:t>
            </a:r>
          </a:p>
          <a:p>
            <a:pPr algn="l">
              <a:lnSpc>
                <a:spcPct val="115000"/>
              </a:lnSpc>
              <a:defRPr sz="1800" b="0">
                <a:solidFill>
                  <a:srgbClr val="0F172A"/>
                </a:solidFill>
                <a:latin typeface="Malgun Gothic"/>
              </a:defRPr>
            </a:pPr>
            <a:r>
              <a:t>AI가 만든 문장도 내가 그래프와 대조해 확인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025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21/25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실습 체크리스트(오늘 완료 기준)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□ Matplotlib로 그래프 2종류 이상 그렸다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□ 제목/축 라벨을 모두 넣었다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□ 그래프를 보고 결론 2줄을 작성했다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□ 에러가 나면 데이터 길이/shape를 확인했다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□ LLM 프롬프트 1개 이상 사용하고 결과를 검증했다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025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22/25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실습: 그래프 그리기(택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A) 학습시간-시험점수 CSV로 선그래프 + 히스토그램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B) 일별 걸음 수 CSV로 선그래프 + 막대그래프(요일별 합)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C) 두 변수 관계를 산점도로 그리고 상관을 해석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도전: 그래프 1개를 저장(savefig)해서 제출물에 포함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025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23/25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미니 퀴즈(개념 확인)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B1F3B"/>
                </a:solidFill>
                <a:latin typeface="Malgun Gothic"/>
              </a:defRPr>
            </a:pPr>
            <a:r>
              <a:t>문항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96286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1) 추세(시간 변화)를 볼 때 가장 적절한 그래프는?</a:t>
            </a:r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   A. 히스토그램  B. 선그래프  C. 원그래프</a:t>
            </a:r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endParaRPr/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2) 분포를 확인하는 그래프는?</a:t>
            </a:r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   A. 히스토그램  B. 산점도  C. 막대그래프</a:t>
            </a:r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endParaRPr/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3) 두 변수의 관계를 보는 그래프는?</a:t>
            </a:r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   A. 산점도  B. 막대그래프  C. 표</a:t>
            </a:r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endParaRPr/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4) 그래프가 안 뜰 때 먼저 확인할 것은?</a:t>
            </a:r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   A. plt.show()  B. print 삭제  C. input 추가</a:t>
            </a:r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endParaRPr/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5) x와 y 길이가 다르면 발생할 수 있는 오류는?</a:t>
            </a:r>
          </a:p>
          <a:p>
            <a:pPr algn="l">
              <a:lnSpc>
                <a:spcPct val="120000"/>
              </a:lnSpc>
              <a:defRPr sz="1600" b="0">
                <a:solidFill>
                  <a:srgbClr val="0F172A"/>
                </a:solidFill>
                <a:latin typeface="Malgun Gothic"/>
              </a:defRPr>
            </a:pPr>
            <a:r>
              <a:t>   A. ValueError  B. NameError  C. IndentationError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정답: 1-B, 2-A, 3-A, 4-A, 5-A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025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24/25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과제 안내(week11)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제출물: week11 폴더 + 그래프 이미지(png) 2개 + 실행 화면 스크린샷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필수: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- CSV 데이터 1개 사용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- 그래프 2종류 이상(예: 선+히스토그램)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- 각 그래프에 제목/축 라벨 포함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- 해석 문장 3문장(그래프에서 읽은 내용)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LLM 사용 내역: 프롬프트 1개 + 해석/개선 반영 1개 기록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28016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025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25/25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58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1F3B"/>
                </a:solidFill>
                <a:latin typeface="Malgun Gothic"/>
              </a:defRPr>
            </a:pPr>
            <a:r>
              <a:t>요약 &amp; 다음 주 예고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6073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Matplotlib 기본 흐름(그리기→라벨→show)을 익혔다.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선/막대/히스토그램/산점도는 각각 목적이 다르다.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좋은 그래프는 제목/축/범례로 '해석'을 돕는다.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LLM은 차트 선택/디버깅/해석 문장에 도움되지만 사실 검증이 필요하다.</a:t>
            </a:r>
          </a:p>
          <a:p>
            <a:pPr algn="l">
              <a:lnSpc>
                <a:spcPct val="110000"/>
              </a:lnSpc>
              <a:defRPr sz="2200" b="0">
                <a:solidFill>
                  <a:srgbClr val="0F172A"/>
                </a:solidFill>
                <a:latin typeface="Malgun Gothic"/>
              </a:defRPr>
            </a:pPr>
            <a:r>
              <a:t>다음 주: 필터링·정렬 등 데이터 전처리 + LLM 사용 연습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2754</Words>
  <Application>Microsoft Office PowerPoint</Application>
  <PresentationFormat>와이드스크린</PresentationFormat>
  <Paragraphs>396</Paragraphs>
  <Slides>27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Liberation Mono</vt:lpstr>
      <vt:lpstr>맑은 고딕</vt:lpstr>
      <vt:lpstr>맑은 고딕</vt:lpstr>
      <vt:lpstr>Arial</vt:lpstr>
      <vt:lpstr>Calibri</vt:lpstr>
      <vt:lpstr>Courier New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이영호</cp:lastModifiedBy>
  <cp:revision>1</cp:revision>
  <dcterms:created xsi:type="dcterms:W3CDTF">2013-01-27T09:14:16Z</dcterms:created>
  <dcterms:modified xsi:type="dcterms:W3CDTF">2026-02-14T12:59:11Z</dcterms:modified>
  <cp:category/>
</cp:coreProperties>
</file>