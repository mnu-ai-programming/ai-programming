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068" y="7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ho Lee" userId="8d4cb33d81fe8010" providerId="LiveId" clId="{95971DB8-E339-4B32-80CF-0D8F9D8B87F2}"/>
    <pc:docChg chg="custSel modSld">
      <pc:chgData name="Youngho Lee" userId="8d4cb33d81fe8010" providerId="LiveId" clId="{95971DB8-E339-4B32-80CF-0D8F9D8B87F2}" dt="2026-02-20T09:37:59.985" v="24" actId="478"/>
      <pc:docMkLst>
        <pc:docMk/>
      </pc:docMkLst>
      <pc:sldChg chg="delSp mod">
        <pc:chgData name="Youngho Lee" userId="8d4cb33d81fe8010" providerId="LiveId" clId="{95971DB8-E339-4B32-80CF-0D8F9D8B87F2}" dt="2026-02-20T09:37:12.102" v="0" actId="478"/>
        <pc:sldMkLst>
          <pc:docMk/>
          <pc:sldMk cId="0" sldId="256"/>
        </pc:sldMkLst>
        <pc:spChg chg="del">
          <ac:chgData name="Youngho Lee" userId="8d4cb33d81fe8010" providerId="LiveId" clId="{95971DB8-E339-4B32-80CF-0D8F9D8B87F2}" dt="2026-02-20T09:37:12.102" v="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18.514" v="1" actId="478"/>
        <pc:sldMkLst>
          <pc:docMk/>
          <pc:sldMk cId="0" sldId="257"/>
        </pc:sldMkLst>
        <pc:spChg chg="del">
          <ac:chgData name="Youngho Lee" userId="8d4cb33d81fe8010" providerId="LiveId" clId="{95971DB8-E339-4B32-80CF-0D8F9D8B87F2}" dt="2026-02-20T09:37:18.514" v="1" actId="478"/>
          <ac:spMkLst>
            <pc:docMk/>
            <pc:sldMk cId="0" sldId="257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20.372" v="2" actId="478"/>
        <pc:sldMkLst>
          <pc:docMk/>
          <pc:sldMk cId="0" sldId="258"/>
        </pc:sldMkLst>
        <pc:spChg chg="del">
          <ac:chgData name="Youngho Lee" userId="8d4cb33d81fe8010" providerId="LiveId" clId="{95971DB8-E339-4B32-80CF-0D8F9D8B87F2}" dt="2026-02-20T09:37:20.372" v="2" actId="478"/>
          <ac:spMkLst>
            <pc:docMk/>
            <pc:sldMk cId="0" sldId="258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22.149" v="3" actId="478"/>
        <pc:sldMkLst>
          <pc:docMk/>
          <pc:sldMk cId="0" sldId="259"/>
        </pc:sldMkLst>
        <pc:spChg chg="del">
          <ac:chgData name="Youngho Lee" userId="8d4cb33d81fe8010" providerId="LiveId" clId="{95971DB8-E339-4B32-80CF-0D8F9D8B87F2}" dt="2026-02-20T09:37:22.149" v="3" actId="478"/>
          <ac:spMkLst>
            <pc:docMk/>
            <pc:sldMk cId="0" sldId="259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23.894" v="4" actId="478"/>
        <pc:sldMkLst>
          <pc:docMk/>
          <pc:sldMk cId="0" sldId="260"/>
        </pc:sldMkLst>
        <pc:spChg chg="del">
          <ac:chgData name="Youngho Lee" userId="8d4cb33d81fe8010" providerId="LiveId" clId="{95971DB8-E339-4B32-80CF-0D8F9D8B87F2}" dt="2026-02-20T09:37:23.894" v="4" actId="478"/>
          <ac:spMkLst>
            <pc:docMk/>
            <pc:sldMk cId="0" sldId="260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25.639" v="5" actId="478"/>
        <pc:sldMkLst>
          <pc:docMk/>
          <pc:sldMk cId="0" sldId="261"/>
        </pc:sldMkLst>
        <pc:spChg chg="del">
          <ac:chgData name="Youngho Lee" userId="8d4cb33d81fe8010" providerId="LiveId" clId="{95971DB8-E339-4B32-80CF-0D8F9D8B87F2}" dt="2026-02-20T09:37:25.639" v="5" actId="478"/>
          <ac:spMkLst>
            <pc:docMk/>
            <pc:sldMk cId="0" sldId="261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27.397" v="6" actId="478"/>
        <pc:sldMkLst>
          <pc:docMk/>
          <pc:sldMk cId="0" sldId="262"/>
        </pc:sldMkLst>
        <pc:spChg chg="del">
          <ac:chgData name="Youngho Lee" userId="8d4cb33d81fe8010" providerId="LiveId" clId="{95971DB8-E339-4B32-80CF-0D8F9D8B87F2}" dt="2026-02-20T09:37:27.397" v="6" actId="478"/>
          <ac:spMkLst>
            <pc:docMk/>
            <pc:sldMk cId="0" sldId="262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29.271" v="7" actId="478"/>
        <pc:sldMkLst>
          <pc:docMk/>
          <pc:sldMk cId="0" sldId="263"/>
        </pc:sldMkLst>
        <pc:spChg chg="del">
          <ac:chgData name="Youngho Lee" userId="8d4cb33d81fe8010" providerId="LiveId" clId="{95971DB8-E339-4B32-80CF-0D8F9D8B87F2}" dt="2026-02-20T09:37:29.271" v="7" actId="478"/>
          <ac:spMkLst>
            <pc:docMk/>
            <pc:sldMk cId="0" sldId="263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31.026" v="8" actId="478"/>
        <pc:sldMkLst>
          <pc:docMk/>
          <pc:sldMk cId="0" sldId="264"/>
        </pc:sldMkLst>
        <pc:spChg chg="del">
          <ac:chgData name="Youngho Lee" userId="8d4cb33d81fe8010" providerId="LiveId" clId="{95971DB8-E339-4B32-80CF-0D8F9D8B87F2}" dt="2026-02-20T09:37:31.026" v="8" actId="478"/>
          <ac:spMkLst>
            <pc:docMk/>
            <pc:sldMk cId="0" sldId="264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32.994" v="9" actId="478"/>
        <pc:sldMkLst>
          <pc:docMk/>
          <pc:sldMk cId="0" sldId="265"/>
        </pc:sldMkLst>
        <pc:spChg chg="del">
          <ac:chgData name="Youngho Lee" userId="8d4cb33d81fe8010" providerId="LiveId" clId="{95971DB8-E339-4B32-80CF-0D8F9D8B87F2}" dt="2026-02-20T09:37:32.994" v="9" actId="478"/>
          <ac:spMkLst>
            <pc:docMk/>
            <pc:sldMk cId="0" sldId="265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34.770" v="10" actId="478"/>
        <pc:sldMkLst>
          <pc:docMk/>
          <pc:sldMk cId="0" sldId="266"/>
        </pc:sldMkLst>
        <pc:spChg chg="del">
          <ac:chgData name="Youngho Lee" userId="8d4cb33d81fe8010" providerId="LiveId" clId="{95971DB8-E339-4B32-80CF-0D8F9D8B87F2}" dt="2026-02-20T09:37:34.770" v="10" actId="478"/>
          <ac:spMkLst>
            <pc:docMk/>
            <pc:sldMk cId="0" sldId="266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36.479" v="11" actId="478"/>
        <pc:sldMkLst>
          <pc:docMk/>
          <pc:sldMk cId="0" sldId="267"/>
        </pc:sldMkLst>
        <pc:spChg chg="del">
          <ac:chgData name="Youngho Lee" userId="8d4cb33d81fe8010" providerId="LiveId" clId="{95971DB8-E339-4B32-80CF-0D8F9D8B87F2}" dt="2026-02-20T09:37:36.479" v="11" actId="478"/>
          <ac:spMkLst>
            <pc:docMk/>
            <pc:sldMk cId="0" sldId="267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38.213" v="12" actId="478"/>
        <pc:sldMkLst>
          <pc:docMk/>
          <pc:sldMk cId="0" sldId="268"/>
        </pc:sldMkLst>
        <pc:spChg chg="del">
          <ac:chgData name="Youngho Lee" userId="8d4cb33d81fe8010" providerId="LiveId" clId="{95971DB8-E339-4B32-80CF-0D8F9D8B87F2}" dt="2026-02-20T09:37:38.213" v="12" actId="478"/>
          <ac:spMkLst>
            <pc:docMk/>
            <pc:sldMk cId="0" sldId="268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39.980" v="13" actId="478"/>
        <pc:sldMkLst>
          <pc:docMk/>
          <pc:sldMk cId="0" sldId="269"/>
        </pc:sldMkLst>
        <pc:spChg chg="del">
          <ac:chgData name="Youngho Lee" userId="8d4cb33d81fe8010" providerId="LiveId" clId="{95971DB8-E339-4B32-80CF-0D8F9D8B87F2}" dt="2026-02-20T09:37:39.980" v="13" actId="478"/>
          <ac:spMkLst>
            <pc:docMk/>
            <pc:sldMk cId="0" sldId="269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41.942" v="14" actId="478"/>
        <pc:sldMkLst>
          <pc:docMk/>
          <pc:sldMk cId="0" sldId="270"/>
        </pc:sldMkLst>
        <pc:spChg chg="del">
          <ac:chgData name="Youngho Lee" userId="8d4cb33d81fe8010" providerId="LiveId" clId="{95971DB8-E339-4B32-80CF-0D8F9D8B87F2}" dt="2026-02-20T09:37:41.942" v="14" actId="478"/>
          <ac:spMkLst>
            <pc:docMk/>
            <pc:sldMk cId="0" sldId="270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44.065" v="15" actId="478"/>
        <pc:sldMkLst>
          <pc:docMk/>
          <pc:sldMk cId="0" sldId="271"/>
        </pc:sldMkLst>
        <pc:spChg chg="del">
          <ac:chgData name="Youngho Lee" userId="8d4cb33d81fe8010" providerId="LiveId" clId="{95971DB8-E339-4B32-80CF-0D8F9D8B87F2}" dt="2026-02-20T09:37:44.065" v="15" actId="478"/>
          <ac:spMkLst>
            <pc:docMk/>
            <pc:sldMk cId="0" sldId="271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45.983" v="16" actId="478"/>
        <pc:sldMkLst>
          <pc:docMk/>
          <pc:sldMk cId="0" sldId="272"/>
        </pc:sldMkLst>
        <pc:spChg chg="del">
          <ac:chgData name="Youngho Lee" userId="8d4cb33d81fe8010" providerId="LiveId" clId="{95971DB8-E339-4B32-80CF-0D8F9D8B87F2}" dt="2026-02-20T09:37:45.983" v="16" actId="478"/>
          <ac:spMkLst>
            <pc:docMk/>
            <pc:sldMk cId="0" sldId="272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47.821" v="17" actId="478"/>
        <pc:sldMkLst>
          <pc:docMk/>
          <pc:sldMk cId="0" sldId="273"/>
        </pc:sldMkLst>
        <pc:spChg chg="del">
          <ac:chgData name="Youngho Lee" userId="8d4cb33d81fe8010" providerId="LiveId" clId="{95971DB8-E339-4B32-80CF-0D8F9D8B87F2}" dt="2026-02-20T09:37:47.821" v="17" actId="478"/>
          <ac:spMkLst>
            <pc:docMk/>
            <pc:sldMk cId="0" sldId="273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49.598" v="18" actId="478"/>
        <pc:sldMkLst>
          <pc:docMk/>
          <pc:sldMk cId="0" sldId="274"/>
        </pc:sldMkLst>
        <pc:spChg chg="del">
          <ac:chgData name="Youngho Lee" userId="8d4cb33d81fe8010" providerId="LiveId" clId="{95971DB8-E339-4B32-80CF-0D8F9D8B87F2}" dt="2026-02-20T09:37:49.598" v="18" actId="478"/>
          <ac:spMkLst>
            <pc:docMk/>
            <pc:sldMk cId="0" sldId="274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51.305" v="19" actId="478"/>
        <pc:sldMkLst>
          <pc:docMk/>
          <pc:sldMk cId="0" sldId="275"/>
        </pc:sldMkLst>
        <pc:spChg chg="del">
          <ac:chgData name="Youngho Lee" userId="8d4cb33d81fe8010" providerId="LiveId" clId="{95971DB8-E339-4B32-80CF-0D8F9D8B87F2}" dt="2026-02-20T09:37:51.305" v="19" actId="478"/>
          <ac:spMkLst>
            <pc:docMk/>
            <pc:sldMk cId="0" sldId="275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53.021" v="20" actId="478"/>
        <pc:sldMkLst>
          <pc:docMk/>
          <pc:sldMk cId="0" sldId="276"/>
        </pc:sldMkLst>
        <pc:spChg chg="del">
          <ac:chgData name="Youngho Lee" userId="8d4cb33d81fe8010" providerId="LiveId" clId="{95971DB8-E339-4B32-80CF-0D8F9D8B87F2}" dt="2026-02-20T09:37:53.021" v="20" actId="478"/>
          <ac:spMkLst>
            <pc:docMk/>
            <pc:sldMk cId="0" sldId="276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54.820" v="21" actId="478"/>
        <pc:sldMkLst>
          <pc:docMk/>
          <pc:sldMk cId="0" sldId="277"/>
        </pc:sldMkLst>
        <pc:spChg chg="del">
          <ac:chgData name="Youngho Lee" userId="8d4cb33d81fe8010" providerId="LiveId" clId="{95971DB8-E339-4B32-80CF-0D8F9D8B87F2}" dt="2026-02-20T09:37:54.820" v="21" actId="478"/>
          <ac:spMkLst>
            <pc:docMk/>
            <pc:sldMk cId="0" sldId="277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56.554" v="22" actId="478"/>
        <pc:sldMkLst>
          <pc:docMk/>
          <pc:sldMk cId="0" sldId="278"/>
        </pc:sldMkLst>
        <pc:spChg chg="del">
          <ac:chgData name="Youngho Lee" userId="8d4cb33d81fe8010" providerId="LiveId" clId="{95971DB8-E339-4B32-80CF-0D8F9D8B87F2}" dt="2026-02-20T09:37:56.554" v="22" actId="478"/>
          <ac:spMkLst>
            <pc:docMk/>
            <pc:sldMk cId="0" sldId="278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58.323" v="23" actId="478"/>
        <pc:sldMkLst>
          <pc:docMk/>
          <pc:sldMk cId="0" sldId="279"/>
        </pc:sldMkLst>
        <pc:spChg chg="del">
          <ac:chgData name="Youngho Lee" userId="8d4cb33d81fe8010" providerId="LiveId" clId="{95971DB8-E339-4B32-80CF-0D8F9D8B87F2}" dt="2026-02-20T09:37:58.323" v="23" actId="478"/>
          <ac:spMkLst>
            <pc:docMk/>
            <pc:sldMk cId="0" sldId="279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37:59.985" v="24" actId="478"/>
        <pc:sldMkLst>
          <pc:docMk/>
          <pc:sldMk cId="0" sldId="280"/>
        </pc:sldMkLst>
        <pc:spChg chg="del">
          <ac:chgData name="Youngho Lee" userId="8d4cb33d81fe8010" providerId="LiveId" clId="{95971DB8-E339-4B32-80CF-0D8F9D8B87F2}" dt="2026-02-20T09:37:59.985" v="24" actId="478"/>
          <ac:spMkLst>
            <pc:docMk/>
            <pc:sldMk cId="0" sldId="280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1FAE5"/>
                </a:solidFill>
                <a:latin typeface="Malgun Gothic"/>
                <a:ea typeface="Malgun Gothic"/>
                <a:cs typeface="Malgun Gothic"/>
              </a:rPr>
              <a:t>Week 10. NumPy, Pandas 활용 + LLM 사용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Malgun Gothic"/>
                <a:ea typeface="Malgun Gothic"/>
                <a:cs typeface="Malgun Gothic"/>
              </a:rPr>
              <a:t>CSV 데이터를 불러와 배열·데이터프레임으로 기초 분석하기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10817352" cy="445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pip로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NumPy/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Pandas를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설치하고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환경을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점검할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있다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NumPy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배열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ndarray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)의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생성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인덱싱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기초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연산을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수행할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있다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Pandas Series/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DataFrame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구조를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이해하고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데이터를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다룰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있다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CSV를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불러와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행/열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선택과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기초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통계를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계산할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있다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LLM을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활용해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분석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코드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작성·해석·디버깅을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수행할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있다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10817352" cy="445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데이터 분석 워크플로: 불러오기 → 확인 → 계산 → 결과 정리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NumPy 핵심: 배열, 인덱싱, 벡터화 연산, 기초 통계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Pandas 핵심: Series/DataFrame, read_csv, 선택/필터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실습: 간단한 CSV 분석 3개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With AI 프롬프트 + 미니 퀴즈 + 과제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4/25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데이터 분석, 왜 필요할까?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10817352" cy="445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의사결정: 숫자/기록을 근거로 판단하기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현업 데이터 예시: 설문, 매출, 센서, 로그, 출석/과제 기록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리스트/반복문만으로는 ‘표 형태 데이터’ 처리에 한계가 있다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NumPy/Pandas는 표준적인 데이터 처리 도구(속도+표현력)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다음 주(11주): 그래프로 결과를 시각화(Matplotlib)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5/25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NumPy 배열 vs 파이썬 리스트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= [1, 2, 3]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print(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* 2)   # [1,2,3,1,2,3] (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반복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import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numpy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as np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arr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np.array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([1, 2, 3])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print(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arr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* 2)    # [2 4 6] (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원소별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연산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핵심 차이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list: 여러 타입 가능, 연산은 주로 반복문으로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ndarray: 같은 타입 중심, 벡터화(원소별) 연산이 기본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대량 데이터 처리에서 NumPy가 빠르고 간결하다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주의: list의 * 는 ‘반복’, array의 * 는 ‘원소별 곱’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6/25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설치·임포트(리마인드)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# (가상환경 활성화 후)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pip install numpy pandas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import numpy as np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import pandas as pd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7 print(np.__version__)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8 print(pd.__version__)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자주 생기는 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ModuleNotFoundError → venv 활성화 여부 확인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pip가 다른 파이썬에 설치될 수 있음(경로/환경 확인)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가능하면 프로젝트마다 venv 1개를 유지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LLM에게 에러 메시지 + 실행한 명령어를 함께 전달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7/25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NumPy 배열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import numpy as np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a = np.array([1, 2, 3])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b = np.arange(0, 10, 2)   # 0~8, step=2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c = np.zeros((2, 3))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d = np.ones((2, 3))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e = np.random.randint(1, 6, size=5)  # 주사위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7290" y="2240280"/>
            <a:ext cx="4376990" cy="165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np.array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리스트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배열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arange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규칙적인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수열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만들기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zeros/ones: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초기화에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유용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random: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샘플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만들기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실습용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shape(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행,열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)은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튜플로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전달한다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8/25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배열 속성(shape/dtype)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import numpy as np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arr = np.arange(1, 7)      # [1 2 3 4 5 6]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print(arr.shape)           # (6,)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print(arr.dtype)           # int64 등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m = arr.reshape(2, 3)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7 print(m)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8 # [[1 2 3]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9 #  [4 5 6]]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shape: 데이터 ‘모양’을 알려준다(1차원/2차원...)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dtype: 원소의 자료형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reshape: 같은 원소 개수(size)를 유지해야 한다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데이터 분석에서 ‘shape 확인’은 필수 습관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9/25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인덱싱·슬라이싱·마스크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import numpy as np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m = np.array([[10, 20, 30],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              [40, 50, 60]])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print(m[0, 1])     # 20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print(m[:, 0])     # [10 40]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7 mask = m &gt;= 40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8 print(m[mask])     # [40 50 60]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기억할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m[row, col] 형태로 2D 접근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: 는 전체 범위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Boolean mask로 조건에 맞는 값만 추출 가능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실습에서 ‘조건 필터링’의 기초가 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벡터화 연산 &amp; 브로드캐스팅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import numpy as np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a = np.array([1, 2, 3])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print(a + 10)      # [11 12 13]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x = np.ones((2, 3))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y = np.array([10, 20, 30])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7 print(x + y)       # 행마다 y가 적용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반복문 없이도 원소별 연산이 가능(간결+빠름)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broadcasting: shape이 다르면 규칙에 따라 확장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디버깅 팁: shape을 출력해보고 연산하자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LLM에게 ‘shape까지 설명’해달라고 요청하면 이해가 빨라진다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NumPy 기초 통계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import numpy as np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m = np.array([[1, 2, 3],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              [4, 5, 6]])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print(m.sum())            # 21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print(m.mean())           # 3.5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print(m.max(axis=0))      # 열별 최대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7 print(m.max(axis=1))      # 행별 최대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sum/mean/max/min/std 등 기본 통계 함수 제공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axis=0: 열 기준 / axis=1: 행 기준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CSV 데이터를 행/열로 생각하는 습관이 중요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Pandas의 describe()도 결국 비슷한 통계를 준다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Pandas: Series vs DataFrame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10817352" cy="445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" y="2286000"/>
            <a:ext cx="4754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475488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4231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Series (1차원)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2853674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값 + index(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라벨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한 열(column)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처럼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생각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예: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학생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점수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목록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0" y="2286000"/>
            <a:ext cx="4572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457200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433797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DataFrame</a:t>
            </a:r>
            <a:r>
              <a:rPr sz="2000" b="1" dirty="0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 (2차원)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25496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행(row) + 열(column) 표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구조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엑셀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CSV와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가장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가까움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실습의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중심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객체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오늘은 ‘CSV → DataFrame → 행/열 선택 → 기초 통계’ 흐름을 익힙니다.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CSV 읽기/쓰기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import pandas as pd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df = pd.read_csv('data.csv')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print(df.head())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# 저장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df.to_csv('out.csv', index=False)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7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8 # 한글 깨짐이 있으면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9 # pd.read_csv('data.csv', encoding='utf-8-sig')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read_csv는 ‘표 데이터’를 DataFrame으로 만든다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head()로 상위 5행 확인(습관)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저장 시 index=False로 불필요한 인덱스 열 방지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encoding 문제는 흔하다(utf-8/utf-8-sig 등)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데이터 빠르게 살펴보기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df.shape        # (행, 열)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df.columns      # 열 이름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df.info()       # 타입/결측치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df.describe()   # 기초 통계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df.head(3)      # 상위 3행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순서(추천)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1) head()로 대충 생김새 확인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2) columns로 열 이름 확인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3) info()로 타입/결측치 확인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4) describe()로 통계 확인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 순서를 LLM에게도 그대로 요구해볼 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행/열 선택(Selection)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# 열 선택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df['score']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df[['name', 'score']]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# 행 선택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df.iloc[0]      # 0번째 행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7 df.iloc[0:3]    # 0~2행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8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9 # 조건 선택(맛보기)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10 df[df['score'] &gt;= 80]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열 선택: 대괄호 [] 로 컬럼을 고른다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iloc: ‘번호’ 기반 / loc: ‘라벨’ 기반(다음 주에 더)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조건 필터는 df[조건] 형태(중요)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KeyError가 나면 열 이름 오타/공백을 의심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16/25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필터링·정렬(맛보기)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# 필터링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high = df[df['score'] &gt;= 80]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# 정렬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df.sort_values('score', ascending=False)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7 # 새 컬럼 만들기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8 df['pass'] = df['score'] &gt;= 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메모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필터링/정렬은 12주차에 더 깊게 다룬다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오늘은 ‘가능하다’ 정도만 익히면 OK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새 컬럼 만들기는 실습에서 자주 쓴다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SettingWithCopyWarning이 뜨면 복사본 여부 확인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실습 데이터(예시 CSV)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10817352" cy="445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88720" y="2194560"/>
          <a:ext cx="9875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name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study_hours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score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515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실습 목표: 이 CSV를 읽고(score 평균/최대), 조건 필터링, 새 컬럼 생성까지 해봅니다.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실습 1: 불러오기 &amp; 기초 통계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import pandas as pd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df = pd.read_csv('study_score.csv')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# 1) 상위 5행 보기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print(df.head())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7 # 2) score 평균/최대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8 print(df['score'].mean())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9 print(df['score'].max())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CSV를 정상적으로 읽고 head()가 출력된다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score 평균(mean)과 최대(max)를 계산한다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열 이름이 다르면 columns로 확인 후 수정한다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LLM에게 ‘내 파일 컬럼명’까지 알려주고 질문한다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19/25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실습 2: 새로운 컬럼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# pass 컬럼 만들기(60점 이상)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df['pass'] = df['score'] &gt;= 60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# 효율(점수/시간) 컬럼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df['eff'] = df['score'] / df['study_hours']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7 print(df[['name','eff','pass']])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pass, eff 컬럼이 생성된다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dtype이 숫자가 아니면 변환(to_numeric)을 고려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0으로 나누는 상황이 없는지 확인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컬럼 추가 후 df.head()로 결과를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실습 3: 질문 기반 분석(Q&amp;A)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10817352" cy="445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10219820" cy="2003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Q1)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가장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효율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(eff)이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높은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학생은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누구인가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?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Q2) score 80점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이상인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학생만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뽑아보자</a:t>
            </a:r>
            <a:endParaRPr sz="22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Q3)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study_hours가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늘수록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score가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오르는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경향이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있는가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? (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수치로만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간단히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결과를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3~5줄로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요약해서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README에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작성</a:t>
            </a:r>
            <a:endParaRPr sz="22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LLM에게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: ‘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해석’을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요청하되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출력값을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붙여서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질문</a:t>
            </a:r>
            <a:endParaRPr sz="22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21/25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With AI: 분석 코드 생성 프롬프트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9045" y="1856232"/>
            <a:ext cx="545747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[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역할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]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너는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파이썬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데이터분석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튜터야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[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목표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]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아래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CSV를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읽고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통계를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계산하는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코드를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작성해줘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[CSV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정보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4 -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파일명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: study_score.csv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5 -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컬럼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: name,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study_hours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, score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[할 일]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7 - score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평균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최대</a:t>
            </a:r>
            <a:endParaRPr sz="1400" dirty="0">
              <a:solidFill>
                <a:srgbClr val="8292A2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8 - score 80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이상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필터링</a:t>
            </a:r>
            <a:endParaRPr sz="1400" dirty="0">
              <a:solidFill>
                <a:srgbClr val="8292A2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9 - eff=score/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study_hours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컬럼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추가</a:t>
            </a:r>
            <a:endParaRPr sz="1400" dirty="0">
              <a:solidFill>
                <a:srgbClr val="8292A2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10 [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출력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]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코드</a:t>
            </a:r>
            <a:r>
              <a:rPr sz="1400" dirty="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 + 각 줄 </a:t>
            </a:r>
            <a:r>
              <a:rPr sz="1400" dirty="0" err="1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설명</a:t>
            </a:r>
            <a:endParaRPr sz="1400" dirty="0">
              <a:solidFill>
                <a:srgbClr val="8292A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파일명/컬럼명을 반드시 알려주기(중요)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원하는 출력(예: 표 형태, 특정 열만)까지 명시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코드만 받지 말고 ‘설명’도 같이 요구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실행 후 나온 에러/출력을 다시 붙여서 재질문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22/25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With AI: 결과 해석 &amp; 검증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df.describe() 결과를 붙여넣고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2 - 평균/최대/최소를 5줄로 요약해줘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3 - 이상치(너무 큰/작은 값) 의심되는 행을 알려줘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4 - 다음에 그려볼 그래프 2개를 추천해줘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6 제약: 추측하지 말고, 내가 준 출력만 기반으로 말해줘.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572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572000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LLM은 ‘추측’하기 쉽다 → 출력값 기반으로 묻기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‘추측 금지’ 제약을 넣으면 헛소리가 줄어든다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통계 해석은 정답이 하나가 아닐 수 있음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다음 주 그래프(11주)로 해석을 더 강화할 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23/25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자주 발생하는 오류(데이터)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1 FileNotFoundError: 'study_score.csv' (경로 확인)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2 UnicodeDecodeError (encoding 지정)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3 KeyError: 'score' (열 이름 오타/공백)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4 TypeError: 문자열/숫자 연산 (dtype 확인)</a:t>
            </a:r>
          </a:p>
          <a:p>
            <a:pPr algn="l">
              <a:defRPr sz="1400">
                <a:solidFill>
                  <a:srgbClr val="8292A2"/>
                </a:solidFill>
                <a:latin typeface="Consolas"/>
              </a:defRPr>
            </a:pPr>
            <a:r>
              <a:rPr sz="1400">
                <a:solidFill>
                  <a:srgbClr val="8292A2"/>
                </a:solidFill>
                <a:latin typeface="Consolas"/>
                <a:ea typeface="Consolas"/>
                <a:cs typeface="Consolas"/>
              </a:rPr>
              <a:t>5 SettingWithCopyWarning (복사본 수정 경고)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7999" y="1581912"/>
            <a:ext cx="4721291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72129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해결 루틴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1" y="2240280"/>
            <a:ext cx="4721290" cy="1974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SzPct val="100000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1)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폴더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: print(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os.getcwd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())</a:t>
            </a:r>
          </a:p>
          <a:p>
            <a:pPr>
              <a:lnSpc>
                <a:spcPct val="115000"/>
              </a:lnSpc>
              <a:buSzPct val="100000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2)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df.columns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출력해서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열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이름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정확히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보기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>
              <a:lnSpc>
                <a:spcPct val="115000"/>
              </a:lnSpc>
              <a:buSzPct val="100000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3) df.info()로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dtype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>
              <a:lnSpc>
                <a:spcPct val="115000"/>
              </a:lnSpc>
              <a:buSzPct val="100000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4)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에러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메시지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+ 내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코드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10줄을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LLM에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전달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>
              <a:lnSpc>
                <a:spcPct val="115000"/>
              </a:lnSpc>
              <a:buSzPct val="100000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5)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해결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후 head()로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18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24/25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미니 퀴즈(5문항)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10817352" cy="445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문항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10058400" cy="165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SzPct val="100000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1)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list의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*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연산과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NumPy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array의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*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연산은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어떻게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다른가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?</a:t>
            </a:r>
          </a:p>
          <a:p>
            <a:pPr>
              <a:lnSpc>
                <a:spcPct val="115000"/>
              </a:lnSpc>
              <a:buSzPct val="100000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2)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shape이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(2,3)인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배열은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몇 행 몇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열인가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?</a:t>
            </a:r>
          </a:p>
          <a:p>
            <a:pPr>
              <a:lnSpc>
                <a:spcPct val="115000"/>
              </a:lnSpc>
              <a:buSzPct val="100000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3)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DataFrame은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무엇을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표현하는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객체인가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?</a:t>
            </a:r>
          </a:p>
          <a:p>
            <a:pPr>
              <a:lnSpc>
                <a:spcPct val="115000"/>
              </a:lnSpc>
              <a:buSzPct val="100000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4)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CSV를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읽는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Pandas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함수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이름은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?</a:t>
            </a:r>
          </a:p>
          <a:p>
            <a:pPr>
              <a:lnSpc>
                <a:spcPct val="115000"/>
              </a:lnSpc>
              <a:buSzPct val="100000"/>
              <a:defRPr sz="1800">
                <a:solidFill>
                  <a:srgbClr val="0F172A"/>
                </a:solidFill>
                <a:latin typeface="Malgun Gothic"/>
              </a:defRPr>
            </a:pP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5) df[df['score']&gt;=80] 는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무엇을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하는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코드인가</a:t>
            </a:r>
            <a:r>
              <a:rPr sz="18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532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정답 예시: 1) 반복 vs 원소별, 2) 2행 3열, 3) 2차원 표, 4) read_csv, 5) 점수 80이상 필터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28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25/25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B"/>
                </a:solidFill>
                <a:latin typeface="Malgun Gothic"/>
                <a:ea typeface="Malgun Gothic"/>
                <a:cs typeface="Malgun Gothic"/>
              </a:rPr>
              <a:t>과제 &amp; 다음 주 예고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10817352" cy="445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필수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: CSV 1개를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선택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제공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직접제작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하여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DataFrame으로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분석</a:t>
            </a:r>
            <a:endParaRPr sz="22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요구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: (1) head/info/describe 중 2개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이상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(2)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평균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최대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등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통계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3개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이상</a:t>
            </a:r>
            <a:endParaRPr sz="22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요구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조건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필터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1개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이상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+ 새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컬럼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1개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이상</a:t>
            </a:r>
            <a:endParaRPr sz="22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제출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: .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py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+ README(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요약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5줄, AI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활용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내역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  <a:defRPr sz="2200">
                <a:solidFill>
                  <a:srgbClr val="0F172A"/>
                </a:solidFill>
                <a:latin typeface="Malgun Gothic"/>
              </a:defRPr>
            </a:pP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다음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주(11주):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Matplotlib로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그래프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2종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이상</a:t>
            </a:r>
            <a:r>
              <a:rPr sz="2200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그리기</a:t>
            </a:r>
            <a:endParaRPr sz="2200" dirty="0">
              <a:solidFill>
                <a:srgbClr val="0F172A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2428</Words>
  <Application>Microsoft Office PowerPoint</Application>
  <PresentationFormat>와이드스크린</PresentationFormat>
  <Paragraphs>365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이영호</cp:lastModifiedBy>
  <cp:revision>4</cp:revision>
  <dcterms:created xsi:type="dcterms:W3CDTF">2013-01-27T09:14:16Z</dcterms:created>
  <dcterms:modified xsi:type="dcterms:W3CDTF">2026-02-20T09:38:07Z</dcterms:modified>
  <cp:category/>
</cp:coreProperties>
</file>