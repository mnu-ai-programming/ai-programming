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81" r:id="rId6"/>
    <p:sldId id="271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70" r:id="rId15"/>
    <p:sldId id="29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1129E4-3BA2-46A5-8A5C-14B030630620}" v="1" dt="2026-02-14T12:04:20.129"/>
    <p1510:client id="{A77DB575-E5E9-4820-BF88-6BA78C778A72}" v="1" dt="2026-02-14T10:34:10.4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10"/>
  </p:normalViewPr>
  <p:slideViewPr>
    <p:cSldViewPr snapToGrid="0" snapToObjects="1">
      <p:cViewPr varScale="1">
        <p:scale>
          <a:sx n="52" d="100"/>
          <a:sy n="52" d="100"/>
        </p:scale>
        <p:origin x="84" y="1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ungho Lee" userId="8d4cb33d81fe8010" providerId="LiveId" clId="{CBFCDB52-D4D0-4B31-BC83-21C3E666DF67}"/>
    <pc:docChg chg="undo custSel delSld modSld">
      <pc:chgData name="Youngho Lee" userId="8d4cb33d81fe8010" providerId="LiveId" clId="{CBFCDB52-D4D0-4B31-BC83-21C3E666DF67}" dt="2026-02-14T12:04:25.741" v="302" actId="404"/>
      <pc:docMkLst>
        <pc:docMk/>
      </pc:docMkLst>
      <pc:sldChg chg="delSp mod">
        <pc:chgData name="Youngho Lee" userId="8d4cb33d81fe8010" providerId="LiveId" clId="{CBFCDB52-D4D0-4B31-BC83-21C3E666DF67}" dt="2026-02-14T11:28:13.150" v="51" actId="478"/>
        <pc:sldMkLst>
          <pc:docMk/>
          <pc:sldMk cId="0" sldId="256"/>
        </pc:sldMkLst>
        <pc:spChg chg="del">
          <ac:chgData name="Youngho Lee" userId="8d4cb33d81fe8010" providerId="LiveId" clId="{CBFCDB52-D4D0-4B31-BC83-21C3E666DF67}" dt="2026-02-14T11:28:13.150" v="51" actId="478"/>
          <ac:spMkLst>
            <pc:docMk/>
            <pc:sldMk cId="0" sldId="256"/>
            <ac:spMk id="7" creationId="{00000000-0000-0000-0000-000000000000}"/>
          </ac:spMkLst>
        </pc:spChg>
      </pc:sldChg>
      <pc:sldChg chg="delSp mod">
        <pc:chgData name="Youngho Lee" userId="8d4cb33d81fe8010" providerId="LiveId" clId="{CBFCDB52-D4D0-4B31-BC83-21C3E666DF67}" dt="2026-02-14T11:28:18.819" v="52" actId="478"/>
        <pc:sldMkLst>
          <pc:docMk/>
          <pc:sldMk cId="0" sldId="257"/>
        </pc:sldMkLst>
        <pc:spChg chg="del">
          <ac:chgData name="Youngho Lee" userId="8d4cb33d81fe8010" providerId="LiveId" clId="{CBFCDB52-D4D0-4B31-BC83-21C3E666DF67}" dt="2026-02-14T11:28:18.819" v="52" actId="478"/>
          <ac:spMkLst>
            <pc:docMk/>
            <pc:sldMk cId="0" sldId="257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18.819" v="52" actId="4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18.819" v="52" actId="478"/>
          <ac:spMkLst>
            <pc:docMk/>
            <pc:sldMk cId="0" sldId="257"/>
            <ac:spMk id="7" creationId="{00000000-0000-0000-0000-000000000000}"/>
          </ac:spMkLst>
        </pc:spChg>
      </pc:sldChg>
      <pc:sldChg chg="delSp mod">
        <pc:chgData name="Youngho Lee" userId="8d4cb33d81fe8010" providerId="LiveId" clId="{CBFCDB52-D4D0-4B31-BC83-21C3E666DF67}" dt="2026-02-14T11:28:21.044" v="53" actId="478"/>
        <pc:sldMkLst>
          <pc:docMk/>
          <pc:sldMk cId="0" sldId="258"/>
        </pc:sldMkLst>
        <pc:spChg chg="del">
          <ac:chgData name="Youngho Lee" userId="8d4cb33d81fe8010" providerId="LiveId" clId="{CBFCDB52-D4D0-4B31-BC83-21C3E666DF67}" dt="2026-02-14T11:28:21.044" v="53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21.044" v="53" actId="478"/>
          <ac:spMkLst>
            <pc:docMk/>
            <pc:sldMk cId="0" sldId="258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21.044" v="53" actId="478"/>
          <ac:spMkLst>
            <pc:docMk/>
            <pc:sldMk cId="0" sldId="258"/>
            <ac:spMk id="7" creationId="{00000000-0000-0000-0000-000000000000}"/>
          </ac:spMkLst>
        </pc:spChg>
      </pc:sldChg>
      <pc:sldChg chg="delSp modSp mod">
        <pc:chgData name="Youngho Lee" userId="8d4cb33d81fe8010" providerId="LiveId" clId="{CBFCDB52-D4D0-4B31-BC83-21C3E666DF67}" dt="2026-02-14T11:56:09.474" v="84" actId="6549"/>
        <pc:sldMkLst>
          <pc:docMk/>
          <pc:sldMk cId="0" sldId="259"/>
        </pc:sldMkLst>
        <pc:spChg chg="del">
          <ac:chgData name="Youngho Lee" userId="8d4cb33d81fe8010" providerId="LiveId" clId="{CBFCDB52-D4D0-4B31-BC83-21C3E666DF67}" dt="2026-02-14T11:28:23.228" v="54" actId="478"/>
          <ac:spMkLst>
            <pc:docMk/>
            <pc:sldMk cId="0" sldId="259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23.228" v="54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23.228" v="54" actId="478"/>
          <ac:spMkLst>
            <pc:docMk/>
            <pc:sldMk cId="0" sldId="259"/>
            <ac:spMk id="7" creationId="{00000000-0000-0000-0000-000000000000}"/>
          </ac:spMkLst>
        </pc:spChg>
        <pc:spChg chg="mod">
          <ac:chgData name="Youngho Lee" userId="8d4cb33d81fe8010" providerId="LiveId" clId="{CBFCDB52-D4D0-4B31-BC83-21C3E666DF67}" dt="2026-02-14T11:56:09.474" v="84" actId="6549"/>
          <ac:spMkLst>
            <pc:docMk/>
            <pc:sldMk cId="0" sldId="259"/>
            <ac:spMk id="11" creationId="{00000000-0000-0000-0000-000000000000}"/>
          </ac:spMkLst>
        </pc:spChg>
      </pc:sldChg>
      <pc:sldChg chg="delSp modSp mod">
        <pc:chgData name="Youngho Lee" userId="8d4cb33d81fe8010" providerId="LiveId" clId="{CBFCDB52-D4D0-4B31-BC83-21C3E666DF67}" dt="2026-02-14T12:00:43.778" v="256" actId="6549"/>
        <pc:sldMkLst>
          <pc:docMk/>
          <pc:sldMk cId="0" sldId="270"/>
        </pc:sldMkLst>
        <pc:spChg chg="del">
          <ac:chgData name="Youngho Lee" userId="8d4cb33d81fe8010" providerId="LiveId" clId="{CBFCDB52-D4D0-4B31-BC83-21C3E666DF67}" dt="2026-02-14T11:28:46.823" v="64" actId="478"/>
          <ac:spMkLst>
            <pc:docMk/>
            <pc:sldMk cId="0" sldId="270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46.823" v="64" actId="478"/>
          <ac:spMkLst>
            <pc:docMk/>
            <pc:sldMk cId="0" sldId="270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46.823" v="64" actId="478"/>
          <ac:spMkLst>
            <pc:docMk/>
            <pc:sldMk cId="0" sldId="270"/>
            <ac:spMk id="7" creationId="{00000000-0000-0000-0000-000000000000}"/>
          </ac:spMkLst>
        </pc:spChg>
        <pc:spChg chg="mod">
          <ac:chgData name="Youngho Lee" userId="8d4cb33d81fe8010" providerId="LiveId" clId="{CBFCDB52-D4D0-4B31-BC83-21C3E666DF67}" dt="2026-02-14T12:00:43.778" v="256" actId="6549"/>
          <ac:spMkLst>
            <pc:docMk/>
            <pc:sldMk cId="0" sldId="270"/>
            <ac:spMk id="11" creationId="{00000000-0000-0000-0000-000000000000}"/>
          </ac:spMkLst>
        </pc:spChg>
      </pc:sldChg>
      <pc:sldChg chg="delSp modSp mod">
        <pc:chgData name="Youngho Lee" userId="8d4cb33d81fe8010" providerId="LiveId" clId="{CBFCDB52-D4D0-4B31-BC83-21C3E666DF67}" dt="2026-02-14T12:01:28.007" v="272" actId="207"/>
        <pc:sldMkLst>
          <pc:docMk/>
          <pc:sldMk cId="0" sldId="272"/>
        </pc:sldMkLst>
        <pc:spChg chg="del">
          <ac:chgData name="Youngho Lee" userId="8d4cb33d81fe8010" providerId="LiveId" clId="{CBFCDB52-D4D0-4B31-BC83-21C3E666DF67}" dt="2026-02-14T11:28:50.989" v="66" actId="478"/>
          <ac:spMkLst>
            <pc:docMk/>
            <pc:sldMk cId="0" sldId="272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50.989" v="66" actId="478"/>
          <ac:spMkLst>
            <pc:docMk/>
            <pc:sldMk cId="0" sldId="272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50.989" v="66" actId="478"/>
          <ac:spMkLst>
            <pc:docMk/>
            <pc:sldMk cId="0" sldId="272"/>
            <ac:spMk id="7" creationId="{00000000-0000-0000-0000-000000000000}"/>
          </ac:spMkLst>
        </pc:spChg>
        <pc:spChg chg="mod">
          <ac:chgData name="Youngho Lee" userId="8d4cb33d81fe8010" providerId="LiveId" clId="{CBFCDB52-D4D0-4B31-BC83-21C3E666DF67}" dt="2026-02-14T12:01:28.007" v="272" actId="207"/>
          <ac:spMkLst>
            <pc:docMk/>
            <pc:sldMk cId="0" sldId="272"/>
            <ac:spMk id="11" creationId="{00000000-0000-0000-0000-000000000000}"/>
          </ac:spMkLst>
        </pc:spChg>
      </pc:sldChg>
      <pc:sldChg chg="delSp modSp mod">
        <pc:chgData name="Youngho Lee" userId="8d4cb33d81fe8010" providerId="LiveId" clId="{CBFCDB52-D4D0-4B31-BC83-21C3E666DF67}" dt="2026-02-14T12:01:43.653" v="280" actId="6549"/>
        <pc:sldMkLst>
          <pc:docMk/>
          <pc:sldMk cId="0" sldId="273"/>
        </pc:sldMkLst>
        <pc:spChg chg="del">
          <ac:chgData name="Youngho Lee" userId="8d4cb33d81fe8010" providerId="LiveId" clId="{CBFCDB52-D4D0-4B31-BC83-21C3E666DF67}" dt="2026-02-14T11:28:52.907" v="67" actId="478"/>
          <ac:spMkLst>
            <pc:docMk/>
            <pc:sldMk cId="0" sldId="273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52.907" v="67" actId="478"/>
          <ac:spMkLst>
            <pc:docMk/>
            <pc:sldMk cId="0" sldId="273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52.907" v="67" actId="478"/>
          <ac:spMkLst>
            <pc:docMk/>
            <pc:sldMk cId="0" sldId="273"/>
            <ac:spMk id="7" creationId="{00000000-0000-0000-0000-000000000000}"/>
          </ac:spMkLst>
        </pc:spChg>
        <pc:spChg chg="mod">
          <ac:chgData name="Youngho Lee" userId="8d4cb33d81fe8010" providerId="LiveId" clId="{CBFCDB52-D4D0-4B31-BC83-21C3E666DF67}" dt="2026-02-14T12:01:43.653" v="280" actId="6549"/>
          <ac:spMkLst>
            <pc:docMk/>
            <pc:sldMk cId="0" sldId="273"/>
            <ac:spMk id="11" creationId="{00000000-0000-0000-0000-000000000000}"/>
          </ac:spMkLst>
        </pc:spChg>
      </pc:sldChg>
      <pc:sldChg chg="delSp modSp mod">
        <pc:chgData name="Youngho Lee" userId="8d4cb33d81fe8010" providerId="LiveId" clId="{CBFCDB52-D4D0-4B31-BC83-21C3E666DF67}" dt="2026-02-14T11:28:54.764" v="68" actId="478"/>
        <pc:sldMkLst>
          <pc:docMk/>
          <pc:sldMk cId="0" sldId="274"/>
        </pc:sldMkLst>
        <pc:spChg chg="del">
          <ac:chgData name="Youngho Lee" userId="8d4cb33d81fe8010" providerId="LiveId" clId="{CBFCDB52-D4D0-4B31-BC83-21C3E666DF67}" dt="2026-02-14T11:28:54.764" v="68" actId="478"/>
          <ac:spMkLst>
            <pc:docMk/>
            <pc:sldMk cId="0" sldId="274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54.764" v="68" actId="478"/>
          <ac:spMkLst>
            <pc:docMk/>
            <pc:sldMk cId="0" sldId="274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54.764" v="68" actId="478"/>
          <ac:spMkLst>
            <pc:docMk/>
            <pc:sldMk cId="0" sldId="274"/>
            <ac:spMk id="7" creationId="{00000000-0000-0000-0000-000000000000}"/>
          </ac:spMkLst>
        </pc:spChg>
        <pc:spChg chg="mod">
          <ac:chgData name="Youngho Lee" userId="8d4cb33d81fe8010" providerId="LiveId" clId="{CBFCDB52-D4D0-4B31-BC83-21C3E666DF67}" dt="2026-02-14T10:34:22.735" v="48" actId="20577"/>
          <ac:spMkLst>
            <pc:docMk/>
            <pc:sldMk cId="0" sldId="274"/>
            <ac:spMk id="11" creationId="{00000000-0000-0000-0000-000000000000}"/>
          </ac:spMkLst>
        </pc:spChg>
      </pc:sldChg>
      <pc:sldChg chg="delSp modSp mod">
        <pc:chgData name="Youngho Lee" userId="8d4cb33d81fe8010" providerId="LiveId" clId="{CBFCDB52-D4D0-4B31-BC83-21C3E666DF67}" dt="2026-02-14T11:28:57.123" v="69" actId="478"/>
        <pc:sldMkLst>
          <pc:docMk/>
          <pc:sldMk cId="0" sldId="275"/>
        </pc:sldMkLst>
        <pc:spChg chg="del">
          <ac:chgData name="Youngho Lee" userId="8d4cb33d81fe8010" providerId="LiveId" clId="{CBFCDB52-D4D0-4B31-BC83-21C3E666DF67}" dt="2026-02-14T11:28:57.123" v="69" actId="478"/>
          <ac:spMkLst>
            <pc:docMk/>
            <pc:sldMk cId="0" sldId="275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57.123" v="69" actId="478"/>
          <ac:spMkLst>
            <pc:docMk/>
            <pc:sldMk cId="0" sldId="275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57.123" v="69" actId="478"/>
          <ac:spMkLst>
            <pc:docMk/>
            <pc:sldMk cId="0" sldId="275"/>
            <ac:spMk id="7" creationId="{00000000-0000-0000-0000-000000000000}"/>
          </ac:spMkLst>
        </pc:spChg>
        <pc:spChg chg="mod">
          <ac:chgData name="Youngho Lee" userId="8d4cb33d81fe8010" providerId="LiveId" clId="{CBFCDB52-D4D0-4B31-BC83-21C3E666DF67}" dt="2026-02-14T10:35:01.818" v="49" actId="20577"/>
          <ac:spMkLst>
            <pc:docMk/>
            <pc:sldMk cId="0" sldId="275"/>
            <ac:spMk id="11" creationId="{00000000-0000-0000-0000-000000000000}"/>
          </ac:spMkLst>
        </pc:spChg>
      </pc:sldChg>
      <pc:sldChg chg="delSp modSp mod">
        <pc:chgData name="Youngho Lee" userId="8d4cb33d81fe8010" providerId="LiveId" clId="{CBFCDB52-D4D0-4B31-BC83-21C3E666DF67}" dt="2026-02-14T12:02:02.192" v="287" actId="207"/>
        <pc:sldMkLst>
          <pc:docMk/>
          <pc:sldMk cId="0" sldId="276"/>
        </pc:sldMkLst>
        <pc:spChg chg="del">
          <ac:chgData name="Youngho Lee" userId="8d4cb33d81fe8010" providerId="LiveId" clId="{CBFCDB52-D4D0-4B31-BC83-21C3E666DF67}" dt="2026-02-14T11:28:59.433" v="70" actId="478"/>
          <ac:spMkLst>
            <pc:docMk/>
            <pc:sldMk cId="0" sldId="276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59.433" v="70" actId="478"/>
          <ac:spMkLst>
            <pc:docMk/>
            <pc:sldMk cId="0" sldId="276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59.433" v="70" actId="478"/>
          <ac:spMkLst>
            <pc:docMk/>
            <pc:sldMk cId="0" sldId="276"/>
            <ac:spMk id="7" creationId="{00000000-0000-0000-0000-000000000000}"/>
          </ac:spMkLst>
        </pc:spChg>
        <pc:spChg chg="mod">
          <ac:chgData name="Youngho Lee" userId="8d4cb33d81fe8010" providerId="LiveId" clId="{CBFCDB52-D4D0-4B31-BC83-21C3E666DF67}" dt="2026-02-14T12:02:02.192" v="287" actId="207"/>
          <ac:spMkLst>
            <pc:docMk/>
            <pc:sldMk cId="0" sldId="276"/>
            <ac:spMk id="11" creationId="{00000000-0000-0000-0000-000000000000}"/>
          </ac:spMkLst>
        </pc:spChg>
      </pc:sldChg>
      <pc:sldChg chg="delSp modSp mod">
        <pc:chgData name="Youngho Lee" userId="8d4cb33d81fe8010" providerId="LiveId" clId="{CBFCDB52-D4D0-4B31-BC83-21C3E666DF67}" dt="2026-02-14T12:04:25.741" v="302" actId="404"/>
        <pc:sldMkLst>
          <pc:docMk/>
          <pc:sldMk cId="0" sldId="277"/>
        </pc:sldMkLst>
        <pc:spChg chg="del">
          <ac:chgData name="Youngho Lee" userId="8d4cb33d81fe8010" providerId="LiveId" clId="{CBFCDB52-D4D0-4B31-BC83-21C3E666DF67}" dt="2026-02-14T11:29:01.791" v="71" actId="478"/>
          <ac:spMkLst>
            <pc:docMk/>
            <pc:sldMk cId="0" sldId="277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9:01.791" v="71" actId="478"/>
          <ac:spMkLst>
            <pc:docMk/>
            <pc:sldMk cId="0" sldId="277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9:01.791" v="71" actId="478"/>
          <ac:spMkLst>
            <pc:docMk/>
            <pc:sldMk cId="0" sldId="277"/>
            <ac:spMk id="7" creationId="{00000000-0000-0000-0000-000000000000}"/>
          </ac:spMkLst>
        </pc:spChg>
        <pc:spChg chg="mod">
          <ac:chgData name="Youngho Lee" userId="8d4cb33d81fe8010" providerId="LiveId" clId="{CBFCDB52-D4D0-4B31-BC83-21C3E666DF67}" dt="2026-02-14T12:04:25.741" v="302" actId="404"/>
          <ac:spMkLst>
            <pc:docMk/>
            <pc:sldMk cId="0" sldId="277"/>
            <ac:spMk id="11" creationId="{00000000-0000-0000-0000-000000000000}"/>
          </ac:spMkLst>
        </pc:spChg>
      </pc:sldChg>
      <pc:sldChg chg="delSp mod">
        <pc:chgData name="Youngho Lee" userId="8d4cb33d81fe8010" providerId="LiveId" clId="{CBFCDB52-D4D0-4B31-BC83-21C3E666DF67}" dt="2026-02-14T11:29:04.036" v="72" actId="478"/>
        <pc:sldMkLst>
          <pc:docMk/>
          <pc:sldMk cId="0" sldId="278"/>
        </pc:sldMkLst>
        <pc:spChg chg="del">
          <ac:chgData name="Youngho Lee" userId="8d4cb33d81fe8010" providerId="LiveId" clId="{CBFCDB52-D4D0-4B31-BC83-21C3E666DF67}" dt="2026-02-14T11:29:04.036" v="72" actId="478"/>
          <ac:spMkLst>
            <pc:docMk/>
            <pc:sldMk cId="0" sldId="278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9:04.036" v="72" actId="478"/>
          <ac:spMkLst>
            <pc:docMk/>
            <pc:sldMk cId="0" sldId="278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9:04.036" v="72" actId="478"/>
          <ac:spMkLst>
            <pc:docMk/>
            <pc:sldMk cId="0" sldId="278"/>
            <ac:spMk id="7" creationId="{00000000-0000-0000-0000-000000000000}"/>
          </ac:spMkLst>
        </pc:spChg>
      </pc:sldChg>
      <pc:sldChg chg="delSp mod">
        <pc:chgData name="Youngho Lee" userId="8d4cb33d81fe8010" providerId="LiveId" clId="{CBFCDB52-D4D0-4B31-BC83-21C3E666DF67}" dt="2026-02-14T11:29:06.216" v="73" actId="478"/>
        <pc:sldMkLst>
          <pc:docMk/>
          <pc:sldMk cId="0" sldId="279"/>
        </pc:sldMkLst>
        <pc:spChg chg="del">
          <ac:chgData name="Youngho Lee" userId="8d4cb33d81fe8010" providerId="LiveId" clId="{CBFCDB52-D4D0-4B31-BC83-21C3E666DF67}" dt="2026-02-14T11:29:06.216" v="73" actId="478"/>
          <ac:spMkLst>
            <pc:docMk/>
            <pc:sldMk cId="0" sldId="279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9:06.216" v="73" actId="478"/>
          <ac:spMkLst>
            <pc:docMk/>
            <pc:sldMk cId="0" sldId="279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9:06.216" v="73" actId="478"/>
          <ac:spMkLst>
            <pc:docMk/>
            <pc:sldMk cId="0" sldId="279"/>
            <ac:spMk id="7" creationId="{00000000-0000-0000-0000-000000000000}"/>
          </ac:spMkLst>
        </pc:spChg>
      </pc:sldChg>
      <pc:sldChg chg="del">
        <pc:chgData name="Youngho Lee" userId="8d4cb33d81fe8010" providerId="LiveId" clId="{CBFCDB52-D4D0-4B31-BC83-21C3E666DF67}" dt="2026-02-14T10:35:56.011" v="50" actId="2696"/>
        <pc:sldMkLst>
          <pc:docMk/>
          <pc:sldMk cId="0" sldId="280"/>
        </pc:sldMkLst>
      </pc:sldChg>
      <pc:sldChg chg="delSp modSp mod">
        <pc:chgData name="Youngho Lee" userId="8d4cb33d81fe8010" providerId="LiveId" clId="{CBFCDB52-D4D0-4B31-BC83-21C3E666DF67}" dt="2026-02-14T11:56:32.541" v="102" actId="6549"/>
        <pc:sldMkLst>
          <pc:docMk/>
          <pc:sldMk cId="0" sldId="281"/>
        </pc:sldMkLst>
        <pc:spChg chg="del">
          <ac:chgData name="Youngho Lee" userId="8d4cb33d81fe8010" providerId="LiveId" clId="{CBFCDB52-D4D0-4B31-BC83-21C3E666DF67}" dt="2026-02-14T11:28:25.344" v="55" actId="478"/>
          <ac:spMkLst>
            <pc:docMk/>
            <pc:sldMk cId="0" sldId="281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25.344" v="55" actId="478"/>
          <ac:spMkLst>
            <pc:docMk/>
            <pc:sldMk cId="0" sldId="281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25.344" v="55" actId="478"/>
          <ac:spMkLst>
            <pc:docMk/>
            <pc:sldMk cId="0" sldId="281"/>
            <ac:spMk id="7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25.344" v="55" actId="478"/>
          <ac:spMkLst>
            <pc:docMk/>
            <pc:sldMk cId="0" sldId="281"/>
            <ac:spMk id="8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25.344" v="55" actId="478"/>
          <ac:spMkLst>
            <pc:docMk/>
            <pc:sldMk cId="0" sldId="281"/>
            <ac:spMk id="9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25.344" v="55" actId="478"/>
          <ac:spMkLst>
            <pc:docMk/>
            <pc:sldMk cId="0" sldId="281"/>
            <ac:spMk id="10" creationId="{00000000-0000-0000-0000-000000000000}"/>
          </ac:spMkLst>
        </pc:spChg>
        <pc:spChg chg="mod">
          <ac:chgData name="Youngho Lee" userId="8d4cb33d81fe8010" providerId="LiveId" clId="{CBFCDB52-D4D0-4B31-BC83-21C3E666DF67}" dt="2026-02-14T11:56:32.541" v="102" actId="6549"/>
          <ac:spMkLst>
            <pc:docMk/>
            <pc:sldMk cId="0" sldId="281"/>
            <ac:spMk id="20" creationId="{00000000-0000-0000-0000-000000000000}"/>
          </ac:spMkLst>
        </pc:spChg>
      </pc:sldChg>
      <pc:sldChg chg="delSp modSp mod">
        <pc:chgData name="Youngho Lee" userId="8d4cb33d81fe8010" providerId="LiveId" clId="{CBFCDB52-D4D0-4B31-BC83-21C3E666DF67}" dt="2026-02-14T11:56:54.981" v="120" actId="6549"/>
        <pc:sldMkLst>
          <pc:docMk/>
          <pc:sldMk cId="0" sldId="282"/>
        </pc:sldMkLst>
        <pc:spChg chg="del">
          <ac:chgData name="Youngho Lee" userId="8d4cb33d81fe8010" providerId="LiveId" clId="{CBFCDB52-D4D0-4B31-BC83-21C3E666DF67}" dt="2026-02-14T11:28:27.656" v="56" actId="478"/>
          <ac:spMkLst>
            <pc:docMk/>
            <pc:sldMk cId="0" sldId="282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27.656" v="56" actId="478"/>
          <ac:spMkLst>
            <pc:docMk/>
            <pc:sldMk cId="0" sldId="282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27.656" v="56" actId="478"/>
          <ac:spMkLst>
            <pc:docMk/>
            <pc:sldMk cId="0" sldId="282"/>
            <ac:spMk id="7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27.656" v="56" actId="478"/>
          <ac:spMkLst>
            <pc:docMk/>
            <pc:sldMk cId="0" sldId="282"/>
            <ac:spMk id="8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27.656" v="56" actId="478"/>
          <ac:spMkLst>
            <pc:docMk/>
            <pc:sldMk cId="0" sldId="282"/>
            <ac:spMk id="9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27.656" v="56" actId="478"/>
          <ac:spMkLst>
            <pc:docMk/>
            <pc:sldMk cId="0" sldId="282"/>
            <ac:spMk id="10" creationId="{00000000-0000-0000-0000-000000000000}"/>
          </ac:spMkLst>
        </pc:spChg>
        <pc:spChg chg="mod">
          <ac:chgData name="Youngho Lee" userId="8d4cb33d81fe8010" providerId="LiveId" clId="{CBFCDB52-D4D0-4B31-BC83-21C3E666DF67}" dt="2026-02-14T11:56:54.981" v="120" actId="6549"/>
          <ac:spMkLst>
            <pc:docMk/>
            <pc:sldMk cId="0" sldId="282"/>
            <ac:spMk id="20" creationId="{00000000-0000-0000-0000-000000000000}"/>
          </ac:spMkLst>
        </pc:spChg>
      </pc:sldChg>
      <pc:sldChg chg="delSp modSp mod">
        <pc:chgData name="Youngho Lee" userId="8d4cb33d81fe8010" providerId="LiveId" clId="{CBFCDB52-D4D0-4B31-BC83-21C3E666DF67}" dt="2026-02-14T11:57:27.397" v="151" actId="6549"/>
        <pc:sldMkLst>
          <pc:docMk/>
          <pc:sldMk cId="0" sldId="283"/>
        </pc:sldMkLst>
        <pc:spChg chg="del">
          <ac:chgData name="Youngho Lee" userId="8d4cb33d81fe8010" providerId="LiveId" clId="{CBFCDB52-D4D0-4B31-BC83-21C3E666DF67}" dt="2026-02-14T11:28:30.495" v="57" actId="478"/>
          <ac:spMkLst>
            <pc:docMk/>
            <pc:sldMk cId="0" sldId="283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30.495" v="57" actId="478"/>
          <ac:spMkLst>
            <pc:docMk/>
            <pc:sldMk cId="0" sldId="283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30.495" v="57" actId="478"/>
          <ac:spMkLst>
            <pc:docMk/>
            <pc:sldMk cId="0" sldId="283"/>
            <ac:spMk id="7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30.495" v="57" actId="478"/>
          <ac:spMkLst>
            <pc:docMk/>
            <pc:sldMk cId="0" sldId="283"/>
            <ac:spMk id="8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30.495" v="57" actId="478"/>
          <ac:spMkLst>
            <pc:docMk/>
            <pc:sldMk cId="0" sldId="283"/>
            <ac:spMk id="9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30.495" v="57" actId="478"/>
          <ac:spMkLst>
            <pc:docMk/>
            <pc:sldMk cId="0" sldId="283"/>
            <ac:spMk id="10" creationId="{00000000-0000-0000-0000-000000000000}"/>
          </ac:spMkLst>
        </pc:spChg>
        <pc:spChg chg="mod">
          <ac:chgData name="Youngho Lee" userId="8d4cb33d81fe8010" providerId="LiveId" clId="{CBFCDB52-D4D0-4B31-BC83-21C3E666DF67}" dt="2026-02-14T11:57:27.397" v="151" actId="6549"/>
          <ac:spMkLst>
            <pc:docMk/>
            <pc:sldMk cId="0" sldId="283"/>
            <ac:spMk id="20" creationId="{00000000-0000-0000-0000-000000000000}"/>
          </ac:spMkLst>
        </pc:spChg>
      </pc:sldChg>
      <pc:sldChg chg="delSp modSp mod">
        <pc:chgData name="Youngho Lee" userId="8d4cb33d81fe8010" providerId="LiveId" clId="{CBFCDB52-D4D0-4B31-BC83-21C3E666DF67}" dt="2026-02-14T11:58:08.525" v="173" actId="313"/>
        <pc:sldMkLst>
          <pc:docMk/>
          <pc:sldMk cId="0" sldId="284"/>
        </pc:sldMkLst>
        <pc:spChg chg="del">
          <ac:chgData name="Youngho Lee" userId="8d4cb33d81fe8010" providerId="LiveId" clId="{CBFCDB52-D4D0-4B31-BC83-21C3E666DF67}" dt="2026-02-14T11:28:32.744" v="58" actId="478"/>
          <ac:spMkLst>
            <pc:docMk/>
            <pc:sldMk cId="0" sldId="284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32.744" v="58" actId="478"/>
          <ac:spMkLst>
            <pc:docMk/>
            <pc:sldMk cId="0" sldId="284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32.744" v="58" actId="478"/>
          <ac:spMkLst>
            <pc:docMk/>
            <pc:sldMk cId="0" sldId="284"/>
            <ac:spMk id="7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32.744" v="58" actId="478"/>
          <ac:spMkLst>
            <pc:docMk/>
            <pc:sldMk cId="0" sldId="284"/>
            <ac:spMk id="8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32.744" v="58" actId="478"/>
          <ac:spMkLst>
            <pc:docMk/>
            <pc:sldMk cId="0" sldId="284"/>
            <ac:spMk id="9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32.744" v="58" actId="478"/>
          <ac:spMkLst>
            <pc:docMk/>
            <pc:sldMk cId="0" sldId="284"/>
            <ac:spMk id="10" creationId="{00000000-0000-0000-0000-000000000000}"/>
          </ac:spMkLst>
        </pc:spChg>
        <pc:spChg chg="mod">
          <ac:chgData name="Youngho Lee" userId="8d4cb33d81fe8010" providerId="LiveId" clId="{CBFCDB52-D4D0-4B31-BC83-21C3E666DF67}" dt="2026-02-14T11:58:08.525" v="173" actId="313"/>
          <ac:spMkLst>
            <pc:docMk/>
            <pc:sldMk cId="0" sldId="284"/>
            <ac:spMk id="20" creationId="{00000000-0000-0000-0000-000000000000}"/>
          </ac:spMkLst>
        </pc:spChg>
      </pc:sldChg>
      <pc:sldChg chg="delSp modSp mod">
        <pc:chgData name="Youngho Lee" userId="8d4cb33d81fe8010" providerId="LiveId" clId="{CBFCDB52-D4D0-4B31-BC83-21C3E666DF67}" dt="2026-02-14T11:58:24.804" v="186" actId="6549"/>
        <pc:sldMkLst>
          <pc:docMk/>
          <pc:sldMk cId="0" sldId="285"/>
        </pc:sldMkLst>
        <pc:spChg chg="del">
          <ac:chgData name="Youngho Lee" userId="8d4cb33d81fe8010" providerId="LiveId" clId="{CBFCDB52-D4D0-4B31-BC83-21C3E666DF67}" dt="2026-02-14T11:28:35.213" v="59" actId="478"/>
          <ac:spMkLst>
            <pc:docMk/>
            <pc:sldMk cId="0" sldId="285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35.213" v="59" actId="478"/>
          <ac:spMkLst>
            <pc:docMk/>
            <pc:sldMk cId="0" sldId="285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35.213" v="59" actId="478"/>
          <ac:spMkLst>
            <pc:docMk/>
            <pc:sldMk cId="0" sldId="285"/>
            <ac:spMk id="7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35.213" v="59" actId="478"/>
          <ac:spMkLst>
            <pc:docMk/>
            <pc:sldMk cId="0" sldId="285"/>
            <ac:spMk id="8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35.213" v="59" actId="478"/>
          <ac:spMkLst>
            <pc:docMk/>
            <pc:sldMk cId="0" sldId="285"/>
            <ac:spMk id="9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35.213" v="59" actId="478"/>
          <ac:spMkLst>
            <pc:docMk/>
            <pc:sldMk cId="0" sldId="285"/>
            <ac:spMk id="10" creationId="{00000000-0000-0000-0000-000000000000}"/>
          </ac:spMkLst>
        </pc:spChg>
        <pc:spChg chg="mod">
          <ac:chgData name="Youngho Lee" userId="8d4cb33d81fe8010" providerId="LiveId" clId="{CBFCDB52-D4D0-4B31-BC83-21C3E666DF67}" dt="2026-02-14T11:58:24.804" v="186" actId="6549"/>
          <ac:spMkLst>
            <pc:docMk/>
            <pc:sldMk cId="0" sldId="285"/>
            <ac:spMk id="20" creationId="{00000000-0000-0000-0000-000000000000}"/>
          </ac:spMkLst>
        </pc:spChg>
      </pc:sldChg>
      <pc:sldChg chg="delSp modSp mod">
        <pc:chgData name="Youngho Lee" userId="8d4cb33d81fe8010" providerId="LiveId" clId="{CBFCDB52-D4D0-4B31-BC83-21C3E666DF67}" dt="2026-02-14T11:58:48.673" v="211" actId="6549"/>
        <pc:sldMkLst>
          <pc:docMk/>
          <pc:sldMk cId="0" sldId="286"/>
        </pc:sldMkLst>
        <pc:spChg chg="del">
          <ac:chgData name="Youngho Lee" userId="8d4cb33d81fe8010" providerId="LiveId" clId="{CBFCDB52-D4D0-4B31-BC83-21C3E666DF67}" dt="2026-02-14T11:28:37.606" v="60" actId="478"/>
          <ac:spMkLst>
            <pc:docMk/>
            <pc:sldMk cId="0" sldId="286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37.606" v="60" actId="478"/>
          <ac:spMkLst>
            <pc:docMk/>
            <pc:sldMk cId="0" sldId="286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37.606" v="60" actId="478"/>
          <ac:spMkLst>
            <pc:docMk/>
            <pc:sldMk cId="0" sldId="286"/>
            <ac:spMk id="7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37.606" v="60" actId="478"/>
          <ac:spMkLst>
            <pc:docMk/>
            <pc:sldMk cId="0" sldId="286"/>
            <ac:spMk id="8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37.606" v="60" actId="478"/>
          <ac:spMkLst>
            <pc:docMk/>
            <pc:sldMk cId="0" sldId="286"/>
            <ac:spMk id="9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37.606" v="60" actId="478"/>
          <ac:spMkLst>
            <pc:docMk/>
            <pc:sldMk cId="0" sldId="286"/>
            <ac:spMk id="10" creationId="{00000000-0000-0000-0000-000000000000}"/>
          </ac:spMkLst>
        </pc:spChg>
        <pc:spChg chg="mod">
          <ac:chgData name="Youngho Lee" userId="8d4cb33d81fe8010" providerId="LiveId" clId="{CBFCDB52-D4D0-4B31-BC83-21C3E666DF67}" dt="2026-02-14T11:58:48.673" v="211" actId="6549"/>
          <ac:spMkLst>
            <pc:docMk/>
            <pc:sldMk cId="0" sldId="286"/>
            <ac:spMk id="20" creationId="{00000000-0000-0000-0000-000000000000}"/>
          </ac:spMkLst>
        </pc:spChg>
      </pc:sldChg>
      <pc:sldChg chg="delSp modSp mod">
        <pc:chgData name="Youngho Lee" userId="8d4cb33d81fe8010" providerId="LiveId" clId="{CBFCDB52-D4D0-4B31-BC83-21C3E666DF67}" dt="2026-02-14T11:59:22.568" v="226" actId="6549"/>
        <pc:sldMkLst>
          <pc:docMk/>
          <pc:sldMk cId="0" sldId="287"/>
        </pc:sldMkLst>
        <pc:spChg chg="del">
          <ac:chgData name="Youngho Lee" userId="8d4cb33d81fe8010" providerId="LiveId" clId="{CBFCDB52-D4D0-4B31-BC83-21C3E666DF67}" dt="2026-02-14T11:28:39.846" v="61" actId="478"/>
          <ac:spMkLst>
            <pc:docMk/>
            <pc:sldMk cId="0" sldId="287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39.846" v="61" actId="478"/>
          <ac:spMkLst>
            <pc:docMk/>
            <pc:sldMk cId="0" sldId="287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39.846" v="61" actId="478"/>
          <ac:spMkLst>
            <pc:docMk/>
            <pc:sldMk cId="0" sldId="287"/>
            <ac:spMk id="7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39.846" v="61" actId="478"/>
          <ac:spMkLst>
            <pc:docMk/>
            <pc:sldMk cId="0" sldId="287"/>
            <ac:spMk id="8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39.846" v="61" actId="478"/>
          <ac:spMkLst>
            <pc:docMk/>
            <pc:sldMk cId="0" sldId="287"/>
            <ac:spMk id="9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39.846" v="61" actId="478"/>
          <ac:spMkLst>
            <pc:docMk/>
            <pc:sldMk cId="0" sldId="287"/>
            <ac:spMk id="10" creationId="{00000000-0000-0000-0000-000000000000}"/>
          </ac:spMkLst>
        </pc:spChg>
        <pc:spChg chg="mod">
          <ac:chgData name="Youngho Lee" userId="8d4cb33d81fe8010" providerId="LiveId" clId="{CBFCDB52-D4D0-4B31-BC83-21C3E666DF67}" dt="2026-02-14T11:59:22.568" v="226" actId="6549"/>
          <ac:spMkLst>
            <pc:docMk/>
            <pc:sldMk cId="0" sldId="287"/>
            <ac:spMk id="20" creationId="{00000000-0000-0000-0000-000000000000}"/>
          </ac:spMkLst>
        </pc:spChg>
      </pc:sldChg>
      <pc:sldChg chg="delSp modSp mod">
        <pc:chgData name="Youngho Lee" userId="8d4cb33d81fe8010" providerId="LiveId" clId="{CBFCDB52-D4D0-4B31-BC83-21C3E666DF67}" dt="2026-02-14T11:59:59.724" v="241" actId="6549"/>
        <pc:sldMkLst>
          <pc:docMk/>
          <pc:sldMk cId="0" sldId="288"/>
        </pc:sldMkLst>
        <pc:spChg chg="del">
          <ac:chgData name="Youngho Lee" userId="8d4cb33d81fe8010" providerId="LiveId" clId="{CBFCDB52-D4D0-4B31-BC83-21C3E666DF67}" dt="2026-02-14T11:28:42.072" v="62" actId="478"/>
          <ac:spMkLst>
            <pc:docMk/>
            <pc:sldMk cId="0" sldId="288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42.072" v="62" actId="478"/>
          <ac:spMkLst>
            <pc:docMk/>
            <pc:sldMk cId="0" sldId="288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42.072" v="62" actId="478"/>
          <ac:spMkLst>
            <pc:docMk/>
            <pc:sldMk cId="0" sldId="288"/>
            <ac:spMk id="7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42.072" v="62" actId="478"/>
          <ac:spMkLst>
            <pc:docMk/>
            <pc:sldMk cId="0" sldId="288"/>
            <ac:spMk id="8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42.072" v="62" actId="478"/>
          <ac:spMkLst>
            <pc:docMk/>
            <pc:sldMk cId="0" sldId="288"/>
            <ac:spMk id="9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42.072" v="62" actId="478"/>
          <ac:spMkLst>
            <pc:docMk/>
            <pc:sldMk cId="0" sldId="288"/>
            <ac:spMk id="10" creationId="{00000000-0000-0000-0000-000000000000}"/>
          </ac:spMkLst>
        </pc:spChg>
        <pc:spChg chg="mod">
          <ac:chgData name="Youngho Lee" userId="8d4cb33d81fe8010" providerId="LiveId" clId="{CBFCDB52-D4D0-4B31-BC83-21C3E666DF67}" dt="2026-02-14T11:59:59.724" v="241" actId="6549"/>
          <ac:spMkLst>
            <pc:docMk/>
            <pc:sldMk cId="0" sldId="288"/>
            <ac:spMk id="20" creationId="{00000000-0000-0000-0000-000000000000}"/>
          </ac:spMkLst>
        </pc:spChg>
      </pc:sldChg>
      <pc:sldChg chg="delSp modSp mod">
        <pc:chgData name="Youngho Lee" userId="8d4cb33d81fe8010" providerId="LiveId" clId="{CBFCDB52-D4D0-4B31-BC83-21C3E666DF67}" dt="2026-02-14T12:00:16.624" v="249" actId="6549"/>
        <pc:sldMkLst>
          <pc:docMk/>
          <pc:sldMk cId="0" sldId="289"/>
        </pc:sldMkLst>
        <pc:spChg chg="del">
          <ac:chgData name="Youngho Lee" userId="8d4cb33d81fe8010" providerId="LiveId" clId="{CBFCDB52-D4D0-4B31-BC83-21C3E666DF67}" dt="2026-02-14T11:28:44.496" v="63" actId="478"/>
          <ac:spMkLst>
            <pc:docMk/>
            <pc:sldMk cId="0" sldId="289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44.496" v="63" actId="478"/>
          <ac:spMkLst>
            <pc:docMk/>
            <pc:sldMk cId="0" sldId="289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44.496" v="63" actId="478"/>
          <ac:spMkLst>
            <pc:docMk/>
            <pc:sldMk cId="0" sldId="289"/>
            <ac:spMk id="7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44.496" v="63" actId="478"/>
          <ac:spMkLst>
            <pc:docMk/>
            <pc:sldMk cId="0" sldId="289"/>
            <ac:spMk id="8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44.496" v="63" actId="478"/>
          <ac:spMkLst>
            <pc:docMk/>
            <pc:sldMk cId="0" sldId="289"/>
            <ac:spMk id="9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44.496" v="63" actId="478"/>
          <ac:spMkLst>
            <pc:docMk/>
            <pc:sldMk cId="0" sldId="289"/>
            <ac:spMk id="10" creationId="{00000000-0000-0000-0000-000000000000}"/>
          </ac:spMkLst>
        </pc:spChg>
        <pc:spChg chg="mod">
          <ac:chgData name="Youngho Lee" userId="8d4cb33d81fe8010" providerId="LiveId" clId="{CBFCDB52-D4D0-4B31-BC83-21C3E666DF67}" dt="2026-02-14T12:00:16.624" v="249" actId="6549"/>
          <ac:spMkLst>
            <pc:docMk/>
            <pc:sldMk cId="0" sldId="289"/>
            <ac:spMk id="20" creationId="{00000000-0000-0000-0000-000000000000}"/>
          </ac:spMkLst>
        </pc:spChg>
      </pc:sldChg>
      <pc:sldChg chg="delSp modSp mod">
        <pc:chgData name="Youngho Lee" userId="8d4cb33d81fe8010" providerId="LiveId" clId="{CBFCDB52-D4D0-4B31-BC83-21C3E666DF67}" dt="2026-02-14T12:01:11.746" v="266" actId="6549"/>
        <pc:sldMkLst>
          <pc:docMk/>
          <pc:sldMk cId="0" sldId="290"/>
        </pc:sldMkLst>
        <pc:spChg chg="del">
          <ac:chgData name="Youngho Lee" userId="8d4cb33d81fe8010" providerId="LiveId" clId="{CBFCDB52-D4D0-4B31-BC83-21C3E666DF67}" dt="2026-02-14T11:28:48.963" v="65" actId="478"/>
          <ac:spMkLst>
            <pc:docMk/>
            <pc:sldMk cId="0" sldId="290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48.963" v="65" actId="478"/>
          <ac:spMkLst>
            <pc:docMk/>
            <pc:sldMk cId="0" sldId="290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48.963" v="65" actId="478"/>
          <ac:spMkLst>
            <pc:docMk/>
            <pc:sldMk cId="0" sldId="290"/>
            <ac:spMk id="7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48.963" v="65" actId="478"/>
          <ac:spMkLst>
            <pc:docMk/>
            <pc:sldMk cId="0" sldId="290"/>
            <ac:spMk id="8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48.963" v="65" actId="478"/>
          <ac:spMkLst>
            <pc:docMk/>
            <pc:sldMk cId="0" sldId="290"/>
            <ac:spMk id="9" creationId="{00000000-0000-0000-0000-000000000000}"/>
          </ac:spMkLst>
        </pc:spChg>
        <pc:spChg chg="del">
          <ac:chgData name="Youngho Lee" userId="8d4cb33d81fe8010" providerId="LiveId" clId="{CBFCDB52-D4D0-4B31-BC83-21C3E666DF67}" dt="2026-02-14T11:28:48.963" v="65" actId="478"/>
          <ac:spMkLst>
            <pc:docMk/>
            <pc:sldMk cId="0" sldId="290"/>
            <ac:spMk id="10" creationId="{00000000-0000-0000-0000-000000000000}"/>
          </ac:spMkLst>
        </pc:spChg>
        <pc:spChg chg="mod">
          <ac:chgData name="Youngho Lee" userId="8d4cb33d81fe8010" providerId="LiveId" clId="{CBFCDB52-D4D0-4B31-BC83-21C3E666DF67}" dt="2026-02-14T12:01:11.746" v="266" actId="6549"/>
          <ac:spMkLst>
            <pc:docMk/>
            <pc:sldMk cId="0" sldId="290"/>
            <ac:spMk id="2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228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AI_Programming_with_AI_Week12.pptx (수업 자료)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AI_Programming_with_AI_Week12.pptx (수업 자료)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AI_Programming_with_AI_Week12.pptx (수업 자료)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AI_Programming_with_AI_Week12.pptx (수업 자료)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AI_Programming_with_AI_Week12.pptx (수업 자료)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AI_Programming_with_AI_Week12.pptx (수업 자료)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AI_Programming_with_AI_Week12.pptx (수업 자료)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AI_Programming_with_AI_Week12.pptx (수업 자료)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AI_Programming_with_AI_Week12.pptx (수업 자료)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AI_Programming_with_AI_Week12.pptx (수업 자료)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897112" y="3931920"/>
            <a:ext cx="3840480" cy="3840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800" b="1">
                <a:solidFill>
                  <a:srgbClr val="D1FAE5"/>
                </a:solidFill>
                <a:latin typeface="Malgun Gothic"/>
              </a:rPr>
              <a:t>Week 12. 필터링·정렬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600">
                <a:solidFill>
                  <a:srgbClr val="E2E8F0"/>
                </a:solidFill>
                <a:latin typeface="Malgun Gothic"/>
              </a:rPr>
              <a:t>조건 검색 · sort_values · query + With AI EDA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400" b="1">
                <a:solidFill>
                  <a:srgbClr val="FFFFFF"/>
                </a:solidFill>
                <a:latin typeface="Malgun Gothic"/>
              </a:rPr>
              <a:t>Week 12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B1F3B"/>
                </a:solidFill>
                <a:latin typeface="Malgun Gothic"/>
              </a:rPr>
              <a:t>학습 목표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543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3137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2200" dirty="0">
                <a:solidFill>
                  <a:srgbClr val="0F172A"/>
                </a:solidFill>
                <a:latin typeface="Malgun Gothic"/>
              </a:rPr>
              <a:t>Pandas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DataFrame에서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조건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필터링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(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boolean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indexing)을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수행할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수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있다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.</a:t>
            </a:r>
            <a:endParaRPr lang="en-US" sz="2200" dirty="0"/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2200" dirty="0" err="1">
                <a:solidFill>
                  <a:srgbClr val="0F172A"/>
                </a:solidFill>
                <a:latin typeface="Malgun Gothic"/>
              </a:rPr>
              <a:t>정렬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(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sort_values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,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sort_index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)과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상위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/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하위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추출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(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nlargest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등)을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사용할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수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있다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2200" dirty="0" err="1">
                <a:solidFill>
                  <a:srgbClr val="0F172A"/>
                </a:solidFill>
                <a:latin typeface="Malgun Gothic"/>
              </a:rPr>
              <a:t>LLM을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활용해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EDA(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탐색적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분석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)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질문을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만들고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코드를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검증한다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400" b="1">
                <a:solidFill>
                  <a:srgbClr val="FFFFFF"/>
                </a:solidFill>
                <a:latin typeface="Malgun Gothic"/>
              </a:rPr>
              <a:t>Week 12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B1F3B"/>
                </a:solidFill>
                <a:latin typeface="Malgun Gothic"/>
              </a:rPr>
              <a:t>오늘의 구성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543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3137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Boolean indexing 기본</a:t>
            </a:r>
            <a:endParaRPr lang="en-US" sz="2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복합 조건(&amp;, |)과 문자열 조건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정렬(sort_values/sort_index)과 Top-N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결측치/경고(SetWithCopy 등) 맛보기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With AI 실습 + 연습문제 + 미니 퀴즈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400" b="1">
                <a:solidFill>
                  <a:srgbClr val="FFFFFF"/>
                </a:solidFill>
                <a:latin typeface="Malgun Gothic"/>
              </a:rPr>
              <a:t>Week 12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B1F3B"/>
                </a:solidFill>
                <a:latin typeface="Malgun Gothic"/>
              </a:rPr>
              <a:t>워밍업: 원하는 행만 골라내기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669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88720" y="1856232"/>
            <a:ext cx="5029200" cy="4206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dirty="0">
                <a:solidFill>
                  <a:schemeClr val="bg1"/>
                </a:solidFill>
                <a:latin typeface="Liberation Mono"/>
              </a:rPr>
              <a:t>import pandas as pd
</a:t>
            </a:r>
            <a:r>
              <a:rPr dirty="0" err="1">
                <a:solidFill>
                  <a:schemeClr val="bg1"/>
                </a:solidFill>
                <a:latin typeface="Liberation Mono"/>
              </a:rPr>
              <a:t>df</a:t>
            </a:r>
            <a:r>
              <a:rPr dirty="0">
                <a:solidFill>
                  <a:schemeClr val="bg1"/>
                </a:solidFill>
                <a:latin typeface="Liberation Mono"/>
              </a:rPr>
              <a:t> = </a:t>
            </a:r>
            <a:r>
              <a:rPr dirty="0" err="1">
                <a:solidFill>
                  <a:schemeClr val="bg1"/>
                </a:solidFill>
                <a:latin typeface="Liberation Mono"/>
              </a:rPr>
              <a:t>pd.DataFrame</a:t>
            </a:r>
            <a:r>
              <a:rPr dirty="0">
                <a:solidFill>
                  <a:schemeClr val="bg1"/>
                </a:solidFill>
                <a:latin typeface="Liberation Mono"/>
              </a:rPr>
              <a:t>({'name':['</a:t>
            </a:r>
            <a:r>
              <a:rPr dirty="0" err="1">
                <a:solidFill>
                  <a:schemeClr val="bg1"/>
                </a:solidFill>
                <a:latin typeface="Liberation Mono"/>
              </a:rPr>
              <a:t>a','b','c</a:t>
            </a:r>
            <a:r>
              <a:rPr dirty="0">
                <a:solidFill>
                  <a:schemeClr val="bg1"/>
                </a:solidFill>
                <a:latin typeface="Liberation Mono"/>
              </a:rPr>
              <a:t>'], 'score':[70,85,90]})
# TODO: </a:t>
            </a:r>
            <a:r>
              <a:rPr dirty="0" err="1">
                <a:solidFill>
                  <a:schemeClr val="bg1"/>
                </a:solidFill>
                <a:latin typeface="Liberation Mono"/>
              </a:rPr>
              <a:t>score가</a:t>
            </a:r>
            <a:r>
              <a:rPr dirty="0">
                <a:solidFill>
                  <a:schemeClr val="bg1"/>
                </a:solidFill>
                <a:latin typeface="Liberation Mono"/>
              </a:rPr>
              <a:t> 80 </a:t>
            </a:r>
            <a:r>
              <a:rPr dirty="0" err="1">
                <a:solidFill>
                  <a:schemeClr val="bg1"/>
                </a:solidFill>
                <a:latin typeface="Liberation Mono"/>
              </a:rPr>
              <a:t>이상인</a:t>
            </a:r>
            <a:r>
              <a:rPr dirty="0">
                <a:solidFill>
                  <a:schemeClr val="bg1"/>
                </a:solidFill>
                <a:latin typeface="Liberation Mono"/>
              </a:rPr>
              <a:t> </a:t>
            </a:r>
            <a:r>
              <a:rPr dirty="0" err="1">
                <a:solidFill>
                  <a:schemeClr val="bg1"/>
                </a:solidFill>
                <a:latin typeface="Liberation Mono"/>
              </a:rPr>
              <a:t>행만</a:t>
            </a:r>
            <a:r>
              <a:rPr dirty="0">
                <a:solidFill>
                  <a:schemeClr val="bg1"/>
                </a:solidFill>
                <a:latin typeface="Liberation Mono"/>
              </a:rPr>
              <a:t> </a:t>
            </a:r>
            <a:r>
              <a:rPr dirty="0" err="1">
                <a:solidFill>
                  <a:schemeClr val="bg1"/>
                </a:solidFill>
                <a:latin typeface="Liberation Mono"/>
              </a:rPr>
              <a:t>선택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858000" y="1581912"/>
            <a:ext cx="44650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858000" y="1581912"/>
            <a:ext cx="4465015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178040" y="1810512"/>
            <a:ext cx="4007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78040" y="2267712"/>
            <a:ext cx="391637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800" dirty="0" err="1">
                <a:solidFill>
                  <a:srgbClr val="0F172A"/>
                </a:solidFill>
                <a:latin typeface="Malgun Gothic"/>
              </a:rPr>
              <a:t>데이터</a:t>
            </a:r>
            <a:r>
              <a:rPr sz="18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</a:rPr>
              <a:t>분석의</a:t>
            </a:r>
            <a:r>
              <a:rPr sz="18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</a:rPr>
              <a:t>대부분은</a:t>
            </a:r>
            <a:r>
              <a:rPr sz="1800" dirty="0">
                <a:solidFill>
                  <a:srgbClr val="0F172A"/>
                </a:solidFill>
                <a:latin typeface="Malgun Gothic"/>
              </a:rPr>
              <a:t> '</a:t>
            </a:r>
            <a:r>
              <a:rPr sz="1800" dirty="0" err="1">
                <a:solidFill>
                  <a:srgbClr val="0F172A"/>
                </a:solidFill>
                <a:latin typeface="Malgun Gothic"/>
              </a:rPr>
              <a:t>조건으로</a:t>
            </a:r>
            <a:r>
              <a:rPr sz="18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</a:rPr>
              <a:t>고르기'에서</a:t>
            </a:r>
            <a:r>
              <a:rPr sz="18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</a:rPr>
              <a:t>시작한다</a:t>
            </a:r>
            <a:r>
              <a:rPr sz="1800" dirty="0">
                <a:solidFill>
                  <a:srgbClr val="0F172A"/>
                </a:solidFill>
                <a:latin typeface="Malgun Gothic"/>
              </a:rPr>
              <a:t>.</a:t>
            </a:r>
            <a:endParaRPr lang="en-US" sz="1800" dirty="0"/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800" dirty="0" err="1">
                <a:solidFill>
                  <a:srgbClr val="0F172A"/>
                </a:solidFill>
                <a:latin typeface="Malgun Gothic"/>
              </a:rPr>
              <a:t>필터</a:t>
            </a:r>
            <a:r>
              <a:rPr sz="1800" dirty="0">
                <a:solidFill>
                  <a:srgbClr val="0F172A"/>
                </a:solidFill>
                <a:latin typeface="Malgun Gothic"/>
              </a:rPr>
              <a:t> → </a:t>
            </a:r>
            <a:r>
              <a:rPr sz="1800" dirty="0" err="1">
                <a:solidFill>
                  <a:srgbClr val="0F172A"/>
                </a:solidFill>
                <a:latin typeface="Malgun Gothic"/>
              </a:rPr>
              <a:t>정렬</a:t>
            </a:r>
            <a:r>
              <a:rPr sz="1800" dirty="0">
                <a:solidFill>
                  <a:srgbClr val="0F172A"/>
                </a:solidFill>
                <a:latin typeface="Malgun Gothic"/>
              </a:rPr>
              <a:t> → </a:t>
            </a:r>
            <a:r>
              <a:rPr sz="1800" dirty="0" err="1">
                <a:solidFill>
                  <a:srgbClr val="0F172A"/>
                </a:solidFill>
                <a:latin typeface="Malgun Gothic"/>
              </a:rPr>
              <a:t>요약의</a:t>
            </a:r>
            <a:r>
              <a:rPr sz="18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</a:rPr>
              <a:t>흐름을</a:t>
            </a:r>
            <a:r>
              <a:rPr sz="18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</a:rPr>
              <a:t>만들자</a:t>
            </a:r>
            <a:r>
              <a:rPr sz="180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800" dirty="0" err="1">
                <a:solidFill>
                  <a:srgbClr val="0F172A"/>
                </a:solidFill>
                <a:latin typeface="Malgun Gothic"/>
              </a:rPr>
              <a:t>AI에게</a:t>
            </a:r>
            <a:r>
              <a:rPr sz="1800" dirty="0">
                <a:solidFill>
                  <a:srgbClr val="0F172A"/>
                </a:solidFill>
                <a:latin typeface="Malgun Gothic"/>
              </a:rPr>
              <a:t>: '</a:t>
            </a:r>
            <a:r>
              <a:rPr sz="1800" dirty="0" err="1">
                <a:solidFill>
                  <a:srgbClr val="0F172A"/>
                </a:solidFill>
                <a:latin typeface="Malgun Gothic"/>
              </a:rPr>
              <a:t>원하는</a:t>
            </a:r>
            <a:r>
              <a:rPr sz="18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</a:rPr>
              <a:t>조건'을</a:t>
            </a:r>
            <a:r>
              <a:rPr sz="18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</a:rPr>
              <a:t>자연어로</a:t>
            </a:r>
            <a:r>
              <a:rPr sz="18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</a:rPr>
              <a:t>설명하고</a:t>
            </a:r>
            <a:r>
              <a:rPr sz="18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</a:rPr>
              <a:t>코드로</a:t>
            </a:r>
            <a:r>
              <a:rPr sz="18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</a:rPr>
              <a:t>변환하게</a:t>
            </a:r>
            <a:r>
              <a:rPr sz="18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0F172A"/>
                </a:solidFill>
                <a:latin typeface="Malgun Gothic"/>
              </a:rPr>
              <a:t>해보자</a:t>
            </a:r>
            <a:r>
              <a:rPr sz="180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12 · 따라하기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713232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1. Boolean indexing 기본 (df[조건])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22960" y="1417320"/>
            <a:ext cx="5394960" cy="4800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9728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 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993392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조건을 먼저 변수로 만든다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결과(True/False)를 출력해 확인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df[cond]로 필터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4315968"/>
            <a:ext cx="4937760" cy="1856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34440" y="4453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773168"/>
            <a:ext cx="46634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b, c 행만 남고(score가 80 이상), cond는 True/False로 출력된다.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1417320"/>
            <a:ext cx="4876495" cy="48006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66560" y="1600200"/>
            <a:ext cx="4327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코드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011680"/>
            <a:ext cx="432785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pandas as pd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 err="1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</a:t>
            </a:r>
            <a:r>
              <a:rPr lang="en-US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= pd.DataFrame({'name':['a','b','c'], 'score':[70,85,90]})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 err="1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cond</a:t>
            </a:r>
            <a:r>
              <a:rPr lang="en-US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= df['score'] &gt;= 80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print(cond)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high = df[cond]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print(high)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12 · 따라하기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656832"/>
            <a:ext cx="4063898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6364224"/>
            <a:ext cx="406389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063898" y="6656832"/>
            <a:ext cx="406389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063898" y="6364224"/>
            <a:ext cx="406389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127797" y="6656832"/>
            <a:ext cx="4063898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127797" y="6364224"/>
            <a:ext cx="406389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713232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2. 복합 조건 (&amp;, |) + 괄호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22960" y="1417320"/>
            <a:ext cx="5394960" cy="4800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9728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 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993392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and/or 대신 &amp;/| 사용(Pandas)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조건은 괄호로 묶는다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NaN이 있으면 결과가 달라질 수 있음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4315968"/>
            <a:ext cx="4937760" cy="1856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34440" y="4453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773168"/>
            <a:ext cx="46634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score가 80 이상 90 미만인 b 행만 출력된다.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1417320"/>
            <a:ext cx="4876495" cy="48006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66560" y="1600200"/>
            <a:ext cx="4327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코드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011680"/>
            <a:ext cx="432785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pandas as pd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dirty="0" err="1">
                <a:solidFill>
                  <a:schemeClr val="bg1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</a:t>
            </a:r>
            <a:r>
              <a:rPr lang="en-US" dirty="0">
                <a:solidFill>
                  <a:schemeClr val="bg1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= pd.DataFrame({'name':['a','b','c'], 'score':[70,85,90]})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dirty="0" err="1">
                <a:solidFill>
                  <a:schemeClr val="bg1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cond</a:t>
            </a:r>
            <a:r>
              <a:rPr lang="en-US" dirty="0">
                <a:solidFill>
                  <a:schemeClr val="bg1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= (df['score'] &gt;= 80) &amp; (df['score'] &lt; 90)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print(df[cond])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12 · 따라하기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713232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3. 자주 쓰는 조건: isin / between / str.contains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22960" y="1417320"/>
            <a:ext cx="5394960" cy="4800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9728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 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993392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isin: 특정 값 집합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between: 범위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contains: 문자열 포함(na=False로 안전)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4315968"/>
            <a:ext cx="4937760" cy="1856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34440" y="4453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773168"/>
            <a:ext cx="46634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print마다 필터된 DataFrame이 나온다(contains는 결측이 있어도 에러가 나지 않는다).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1417320"/>
            <a:ext cx="4876495" cy="48006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66560" y="1600200"/>
            <a:ext cx="4327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코드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011680"/>
            <a:ext cx="432785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sz="1800">
                <a:solidFill>
                  <a:srgbClr val="FFFFFF"/>
                </a:solidFill>
                <a:latin typeface="Liberation Mono"/>
              </a:rPr>
              <a:t>import pandas as pd</a:t>
            </a:r>
          </a:p>
          <a:p>
            <a:r>
              <a:rPr sz="1800">
                <a:solidFill>
                  <a:srgbClr val="FFFFFF"/>
                </a:solidFill>
                <a:latin typeface="Liberation Mono"/>
              </a:rPr>
              <a:t>df = pd.DataFrame({'region':['A','B','C', None], 'score':[70,85,90,88], 'name':['kim','lee','park','choi']})</a:t>
            </a:r>
          </a:p>
          <a:p>
            <a:r>
              <a:rPr sz="1800">
                <a:solidFill>
                  <a:srgbClr val="FFFFFF"/>
                </a:solidFill>
                <a:latin typeface="Liberation Mono"/>
              </a:rPr>
              <a:t>print(df[df.region.isin(['A','B'])])</a:t>
            </a:r>
          </a:p>
          <a:p>
            <a:r>
              <a:rPr sz="1800">
                <a:solidFill>
                  <a:srgbClr val="FFFFFF"/>
                </a:solidFill>
                <a:latin typeface="Liberation Mono"/>
              </a:rPr>
              <a:t>print(df[df.score.between(80, 90)])</a:t>
            </a:r>
          </a:p>
          <a:p>
            <a:r>
              <a:rPr sz="1800">
                <a:solidFill>
                  <a:srgbClr val="FFFFFF"/>
                </a:solidFill>
                <a:latin typeface="Liberation Mono"/>
              </a:rPr>
              <a:t>print(df[df.name.str.contains('k', na=False)])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12 · 따라하기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713232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4. 정렬 sort_values (값 기준)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22960" y="1417320"/>
            <a:ext cx="5394960" cy="4800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9728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 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993392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ascending=False면 내림차순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 후 head()로 Top-N 보기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변경(inplace)은 신중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4315968"/>
            <a:ext cx="4937760" cy="1856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34440" y="4453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773168"/>
            <a:ext cx="46634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score가 큰 순서로 정렬되고, head(2)는 상위 2행만 보여준다.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1417320"/>
            <a:ext cx="4876495" cy="48006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66560" y="1600200"/>
            <a:ext cx="4327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코드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011680"/>
            <a:ext cx="432785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pandas as pd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 err="1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</a:t>
            </a:r>
            <a:r>
              <a:rPr lang="en-US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= pd.DataFrame({'name':['</a:t>
            </a:r>
            <a:r>
              <a:rPr lang="en-US" dirty="0" err="1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a','b','c</a:t>
            </a:r>
            <a:r>
              <a:rPr lang="en-US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'], 'score':[70,85,90]})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print(df.sort_values('score', ascending=False))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print(df.sort_values('score', ascending=False).head(2))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12 · 따라하기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713232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5. Top-N: nlargest / nsmallest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22960" y="1417320"/>
            <a:ext cx="5394960" cy="4800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9728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 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993392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정렬 없이 상/하위 뽑기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큰 경우 효율적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동점(ties) 처리 확인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4315968"/>
            <a:ext cx="4937760" cy="1856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34440" y="4453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773168"/>
            <a:ext cx="46634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nlargest는 상위 점수 2개, nsmallest는 하위 점수 2개가 출력된다.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1417320"/>
            <a:ext cx="4876495" cy="48006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66560" y="1600200"/>
            <a:ext cx="4327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코드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011680"/>
            <a:ext cx="432785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pandas as pd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 err="1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</a:t>
            </a:r>
            <a:r>
              <a:rPr lang="en-US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= pd.DataFrame({'name':['a','b','c','d'], 'score':[70,85,90,85]})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print(df.nlargest(2, 'score'))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print(df.nsmallest(2, 'score'))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12 · 따라하기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713232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6. 필터 + 정렬 파이프라인(한 줄)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22960" y="1417320"/>
            <a:ext cx="5394960" cy="4800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9728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 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993392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df[조건] 뒤에 .sort_values()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디버깅이 어려우면 중간 변수를 사용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shape/head로 중간 확인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4315968"/>
            <a:ext cx="4937760" cy="1856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34440" y="4453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773168"/>
            <a:ext cx="46634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score&gt;=80만 남긴 뒤 내림차순 정렬되고, 상위 3개가 출력된다.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1417320"/>
            <a:ext cx="4876495" cy="48006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66560" y="1600200"/>
            <a:ext cx="4327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코드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011680"/>
            <a:ext cx="432785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sz="2000">
                <a:solidFill>
                  <a:srgbClr val="FFFFFF"/>
                </a:solidFill>
                <a:latin typeface="Liberation Mono"/>
              </a:rPr>
              <a:t>import pandas as pd</a:t>
            </a:r>
          </a:p>
          <a:p>
            <a:r>
              <a:rPr sz="2000">
                <a:solidFill>
                  <a:srgbClr val="FFFFFF"/>
                </a:solidFill>
                <a:latin typeface="Liberation Mono"/>
              </a:rPr>
              <a:t>df = pd.DataFrame({'name':['a','b','c','d'], 'score':[70,85,90,88]})</a:t>
            </a:r>
          </a:p>
          <a:p>
            <a:r>
              <a:rPr sz="2000">
                <a:solidFill>
                  <a:srgbClr val="FFFFFF"/>
                </a:solidFill>
                <a:latin typeface="Liberation Mono"/>
              </a:rPr>
              <a:t>result = (df[df['score'] &gt;= 80].sort_values('score', ascending=False))</a:t>
            </a:r>
          </a:p>
          <a:p>
            <a:r>
              <a:rPr sz="2000">
                <a:solidFill>
                  <a:srgbClr val="FFFFFF"/>
                </a:solidFill>
                <a:latin typeface="Liberation Mono"/>
              </a:rPr>
              <a:t>print(result.head(3))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12 · 따라하기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7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713232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7. 결측치(NaN) 기본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22960" y="1417320"/>
            <a:ext cx="5394960" cy="4800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9728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 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993392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isna()로 결측 확인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dropna()는 "의미" 확인 후 사용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fillna()로 대체값 넣기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4315968"/>
            <a:ext cx="4937760" cy="1856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34440" y="4453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773168"/>
            <a:ext cx="46634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isna는 True/False를, dropna는 결측 행 제거 결과를 보여준다.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1417320"/>
            <a:ext cx="4876495" cy="48006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66560" y="1600200"/>
            <a:ext cx="4327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코드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011680"/>
            <a:ext cx="432785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pandas as pd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 err="1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</a:t>
            </a:r>
            <a:r>
              <a:rPr lang="en-US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= pd.DataFrame({'score':[70, None, 90]})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print(df['score'].isna())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print(df.dropna())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print(df.fillna(0))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12 · 따라하기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8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713232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8. loc / iloc로 행·열 선택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22960" y="1417320"/>
            <a:ext cx="5394960" cy="4800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9728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 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993392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loc: 라벨 기반(조건 + 컬럼 선택에 자주 사용)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iloc: 위치 기반(0번째 행/1번째 열 등)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후 필요한 컬럼만 선택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4315968"/>
            <a:ext cx="4937760" cy="1856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34440" y="4453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773168"/>
            <a:ext cx="46634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 결과는 name/score 두 컬럼만, iloc는 첫 행의 score(70)가 출력된다.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1417320"/>
            <a:ext cx="4876495" cy="48006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66560" y="1600200"/>
            <a:ext cx="4327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코드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011680"/>
            <a:ext cx="432785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pandas as pd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 err="1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</a:t>
            </a:r>
            <a:r>
              <a:rPr lang="en-US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= pd.DataFrame({'name':['a','b','c'], 'score':[70,85,90]})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print(df.loc[df['score']&gt;=80, ['</a:t>
            </a:r>
            <a:r>
              <a:rPr lang="en-US" dirty="0" err="1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name','score</a:t>
            </a:r>
            <a:r>
              <a:rPr lang="en-US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']])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print(df.iloc[0, 1])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12 · 따라하기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9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713232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9. query()로 조건을 문자열로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22960" y="1417320"/>
            <a:ext cx="5394960" cy="4800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9728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 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993392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조건이 길면 가독성 개선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컬럼명에 공백/특수문자 있으면 불편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팀에서는 "읽기 쉬운 방식" 선택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4315968"/>
            <a:ext cx="4937760" cy="1856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34440" y="4453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773168"/>
            <a:ext cx="46634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 이상 90 미만인 b 행만 출력된다.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1417320"/>
            <a:ext cx="4876495" cy="48006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66560" y="1600200"/>
            <a:ext cx="4327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코드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011680"/>
            <a:ext cx="432785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dirty="0">
                <a:solidFill>
                  <a:schemeClr val="bg1"/>
                </a:solidFill>
              </a:rPr>
              <a:t>import pandas as pd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dirty="0" err="1">
                <a:solidFill>
                  <a:schemeClr val="bg1"/>
                </a:solidFill>
              </a:rPr>
              <a:t>df</a:t>
            </a:r>
            <a:r>
              <a:rPr dirty="0">
                <a:solidFill>
                  <a:schemeClr val="bg1"/>
                </a:solidFill>
              </a:rPr>
              <a:t> = </a:t>
            </a:r>
            <a:r>
              <a:rPr dirty="0" err="1">
                <a:solidFill>
                  <a:schemeClr val="bg1"/>
                </a:solidFill>
              </a:rPr>
              <a:t>pd.DataFrame</a:t>
            </a:r>
            <a:r>
              <a:rPr dirty="0">
                <a:solidFill>
                  <a:schemeClr val="bg1"/>
                </a:solidFill>
              </a:rPr>
              <a:t>({'name':['</a:t>
            </a:r>
            <a:r>
              <a:rPr dirty="0" err="1">
                <a:solidFill>
                  <a:schemeClr val="bg1"/>
                </a:solidFill>
              </a:rPr>
              <a:t>a','b','c</a:t>
            </a:r>
            <a:r>
              <a:rPr dirty="0">
                <a:solidFill>
                  <a:schemeClr val="bg1"/>
                </a:solidFill>
              </a:rPr>
              <a:t>'], 'score':[70,85,90]})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dirty="0">
                <a:solidFill>
                  <a:schemeClr val="bg1"/>
                </a:solidFill>
              </a:rPr>
              <a:t>print(</a:t>
            </a:r>
            <a:r>
              <a:rPr dirty="0" err="1">
                <a:solidFill>
                  <a:schemeClr val="bg1"/>
                </a:solidFill>
              </a:rPr>
              <a:t>df.query</a:t>
            </a:r>
            <a:r>
              <a:rPr dirty="0">
                <a:solidFill>
                  <a:schemeClr val="bg1"/>
                </a:solidFill>
              </a:rPr>
              <a:t>('score &gt;= 80 and score &lt; 90'))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400" b="1">
                <a:solidFill>
                  <a:srgbClr val="FFFFFF"/>
                </a:solidFill>
                <a:latin typeface="Malgun Gothic"/>
              </a:rPr>
              <a:t>Week 12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B1F3B"/>
                </a:solidFill>
                <a:latin typeface="Malgun Gothic"/>
              </a:rPr>
              <a:t>문자열 필터링: str 메서드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669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88720" y="1856232"/>
            <a:ext cx="5029200" cy="4206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r>
              <a:rPr>
                <a:solidFill>
                  <a:srgbClr val="FFFFFF"/>
                </a:solidFill>
                <a:latin typeface="Consolas"/>
              </a:rPr>
              <a:t>df[df['name'].str.startswith('k')]</a:t>
            </a:r>
          </a:p>
          <a:p>
            <a:r>
              <a:rPr>
                <a:solidFill>
                  <a:srgbClr val="FFFFFF"/>
                </a:solidFill>
                <a:latin typeface="Consolas"/>
              </a:rPr>
              <a:t>df[df['name'].str.contains('im', na=False)]</a:t>
            </a:r>
          </a:p>
        </p:txBody>
      </p:sp>
      <p:sp>
        <p:nvSpPr>
          <p:cNvPr id="12" name="Shape 10"/>
          <p:cNvSpPr/>
          <p:nvPr/>
        </p:nvSpPr>
        <p:spPr>
          <a:xfrm>
            <a:off x="6858000" y="1581912"/>
            <a:ext cx="44650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858000" y="1581912"/>
            <a:ext cx="4465015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178040" y="1810512"/>
            <a:ext cx="4007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78040" y="2267712"/>
            <a:ext cx="391637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na=False로 결측치 안전 처리</a:t>
            </a:r>
            <a:endParaRPr lang="en-US" sz="18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전처리(소문자 통일) 후 필터하면 정확도↑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AI에게: 정규표현식(regex) 사용 여부도 물어보기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12 · 따라하기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713232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10. SettingWithCopyWarning 피하기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22960" y="1417320"/>
            <a:ext cx="5394960" cy="4800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9728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 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993392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결과는 view/복사본이 모호할 수 있음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.copy()로 명확히 복사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수정은 loc로 하는 습관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4315968"/>
            <a:ext cx="4937760" cy="1856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34440" y="4453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773168"/>
            <a:ext cx="46634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 없이 level 컬럼이 추가되고 b,c 행에 high가 들어간다.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1417320"/>
            <a:ext cx="4876495" cy="48006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66560" y="1600200"/>
            <a:ext cx="4327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코드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011680"/>
            <a:ext cx="432785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dirty="0">
                <a:solidFill>
                  <a:schemeClr val="bg1"/>
                </a:solidFill>
              </a:rPr>
              <a:t>import pandas as pd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dirty="0" err="1">
                <a:solidFill>
                  <a:schemeClr val="bg1"/>
                </a:solidFill>
              </a:rPr>
              <a:t>df</a:t>
            </a:r>
            <a:r>
              <a:rPr dirty="0">
                <a:solidFill>
                  <a:schemeClr val="bg1"/>
                </a:solidFill>
              </a:rPr>
              <a:t> = </a:t>
            </a:r>
            <a:r>
              <a:rPr dirty="0" err="1">
                <a:solidFill>
                  <a:schemeClr val="bg1"/>
                </a:solidFill>
              </a:rPr>
              <a:t>pd.DataFrame</a:t>
            </a:r>
            <a:r>
              <a:rPr dirty="0">
                <a:solidFill>
                  <a:schemeClr val="bg1"/>
                </a:solidFill>
              </a:rPr>
              <a:t>({'name':['</a:t>
            </a:r>
            <a:r>
              <a:rPr dirty="0" err="1">
                <a:solidFill>
                  <a:schemeClr val="bg1"/>
                </a:solidFill>
              </a:rPr>
              <a:t>a','b','c</a:t>
            </a:r>
            <a:r>
              <a:rPr dirty="0">
                <a:solidFill>
                  <a:schemeClr val="bg1"/>
                </a:solidFill>
              </a:rPr>
              <a:t>'], 'score':[70,85,90]})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dirty="0">
                <a:solidFill>
                  <a:schemeClr val="bg1"/>
                </a:solidFill>
              </a:rPr>
              <a:t>sub = </a:t>
            </a:r>
            <a:r>
              <a:rPr dirty="0" err="1">
                <a:solidFill>
                  <a:schemeClr val="bg1"/>
                </a:solidFill>
              </a:rPr>
              <a:t>df.loc</a:t>
            </a:r>
            <a:r>
              <a:rPr dirty="0">
                <a:solidFill>
                  <a:schemeClr val="bg1"/>
                </a:solidFill>
              </a:rPr>
              <a:t>[</a:t>
            </a:r>
            <a:r>
              <a:rPr dirty="0" err="1">
                <a:solidFill>
                  <a:schemeClr val="bg1"/>
                </a:solidFill>
              </a:rPr>
              <a:t>df</a:t>
            </a:r>
            <a:r>
              <a:rPr dirty="0">
                <a:solidFill>
                  <a:schemeClr val="bg1"/>
                </a:solidFill>
              </a:rPr>
              <a:t>['score'] &gt;= 80].copy()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dirty="0">
                <a:solidFill>
                  <a:schemeClr val="bg1"/>
                </a:solidFill>
              </a:rPr>
              <a:t>sub['level'] = 'high'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dirty="0">
                <a:solidFill>
                  <a:schemeClr val="bg1"/>
                </a:solidFill>
              </a:rPr>
              <a:t>print(sub)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400" b="1">
                <a:solidFill>
                  <a:srgbClr val="FFFFFF"/>
                </a:solidFill>
                <a:latin typeface="Malgun Gothic"/>
              </a:rPr>
              <a:t>Week 12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B1F3B"/>
                </a:solidFill>
                <a:latin typeface="Malgun Gothic"/>
              </a:rPr>
              <a:t>성능/가독성 팁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669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88720" y="1856232"/>
            <a:ext cx="5029200" cy="4206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dirty="0">
                <a:solidFill>
                  <a:schemeClr val="bg1"/>
                </a:solidFill>
                <a:latin typeface="Liberation Mono"/>
              </a:rPr>
              <a:t>  # </a:t>
            </a:r>
            <a:r>
              <a:rPr dirty="0" err="1">
                <a:solidFill>
                  <a:schemeClr val="bg1"/>
                </a:solidFill>
                <a:latin typeface="Liberation Mono"/>
              </a:rPr>
              <a:t>조건은</a:t>
            </a:r>
            <a:r>
              <a:rPr dirty="0">
                <a:solidFill>
                  <a:schemeClr val="bg1"/>
                </a:solidFill>
                <a:latin typeface="Liberation Mono"/>
              </a:rPr>
              <a:t> </a:t>
            </a:r>
            <a:r>
              <a:rPr dirty="0" err="1">
                <a:solidFill>
                  <a:schemeClr val="bg1"/>
                </a:solidFill>
                <a:latin typeface="Liberation Mono"/>
              </a:rPr>
              <a:t>먼저</a:t>
            </a:r>
            <a:r>
              <a:rPr dirty="0">
                <a:solidFill>
                  <a:schemeClr val="bg1"/>
                </a:solidFill>
                <a:latin typeface="Liberation Mono"/>
              </a:rPr>
              <a:t> </a:t>
            </a:r>
            <a:r>
              <a:rPr dirty="0" err="1">
                <a:solidFill>
                  <a:schemeClr val="bg1"/>
                </a:solidFill>
                <a:latin typeface="Liberation Mono"/>
              </a:rPr>
              <a:t>작게</a:t>
            </a:r>
            <a:r>
              <a:rPr dirty="0">
                <a:solidFill>
                  <a:schemeClr val="bg1"/>
                </a:solidFill>
                <a:latin typeface="Liberation Mono"/>
              </a:rPr>
              <a:t> </a:t>
            </a:r>
            <a:r>
              <a:rPr dirty="0" err="1">
                <a:solidFill>
                  <a:schemeClr val="bg1"/>
                </a:solidFill>
                <a:latin typeface="Liberation Mono"/>
              </a:rPr>
              <a:t>만들어</a:t>
            </a:r>
            <a:r>
              <a:rPr dirty="0">
                <a:solidFill>
                  <a:schemeClr val="bg1"/>
                </a:solidFill>
                <a:latin typeface="Liberation Mono"/>
              </a:rPr>
              <a:t> </a:t>
            </a:r>
            <a:r>
              <a:rPr dirty="0" err="1">
                <a:solidFill>
                  <a:schemeClr val="bg1"/>
                </a:solidFill>
                <a:latin typeface="Liberation Mono"/>
              </a:rPr>
              <a:t>확인</a:t>
            </a:r>
            <a:r>
              <a:rPr dirty="0">
                <a:solidFill>
                  <a:schemeClr val="bg1"/>
                </a:solidFill>
                <a:latin typeface="Liberation Mono"/>
              </a:rPr>
              <a:t>
  # </a:t>
            </a:r>
            <a:r>
              <a:rPr dirty="0" err="1">
                <a:solidFill>
                  <a:schemeClr val="bg1"/>
                </a:solidFill>
                <a:latin typeface="Liberation Mono"/>
              </a:rPr>
              <a:t>필요한</a:t>
            </a:r>
            <a:r>
              <a:rPr dirty="0">
                <a:solidFill>
                  <a:schemeClr val="bg1"/>
                </a:solidFill>
                <a:latin typeface="Liberation Mono"/>
              </a:rPr>
              <a:t> </a:t>
            </a:r>
            <a:r>
              <a:rPr dirty="0" err="1">
                <a:solidFill>
                  <a:schemeClr val="bg1"/>
                </a:solidFill>
                <a:latin typeface="Liberation Mono"/>
              </a:rPr>
              <a:t>컬럼만</a:t>
            </a:r>
            <a:r>
              <a:rPr dirty="0">
                <a:solidFill>
                  <a:schemeClr val="bg1"/>
                </a:solidFill>
                <a:latin typeface="Liberation Mono"/>
              </a:rPr>
              <a:t> </a:t>
            </a:r>
            <a:r>
              <a:rPr dirty="0" err="1">
                <a:solidFill>
                  <a:schemeClr val="bg1"/>
                </a:solidFill>
                <a:latin typeface="Liberation Mono"/>
              </a:rPr>
              <a:t>선택해서</a:t>
            </a:r>
            <a:r>
              <a:rPr dirty="0">
                <a:solidFill>
                  <a:schemeClr val="bg1"/>
                </a:solidFill>
                <a:latin typeface="Liberation Mono"/>
              </a:rPr>
              <a:t> </a:t>
            </a:r>
            <a:r>
              <a:rPr dirty="0" err="1">
                <a:solidFill>
                  <a:schemeClr val="bg1"/>
                </a:solidFill>
                <a:latin typeface="Liberation Mono"/>
              </a:rPr>
              <a:t>처리</a:t>
            </a:r>
            <a:r>
              <a:rPr dirty="0">
                <a:solidFill>
                  <a:schemeClr val="bg1"/>
                </a:solidFill>
                <a:latin typeface="Liberation Mono"/>
              </a:rPr>
              <a:t>
  # </a:t>
            </a:r>
            <a:r>
              <a:rPr dirty="0" err="1">
                <a:solidFill>
                  <a:schemeClr val="bg1"/>
                </a:solidFill>
                <a:latin typeface="Liberation Mono"/>
              </a:rPr>
              <a:t>정렬은</a:t>
            </a:r>
            <a:r>
              <a:rPr dirty="0">
                <a:solidFill>
                  <a:schemeClr val="bg1"/>
                </a:solidFill>
                <a:latin typeface="Liberation Mono"/>
              </a:rPr>
              <a:t> </a:t>
            </a:r>
            <a:r>
              <a:rPr dirty="0" err="1">
                <a:solidFill>
                  <a:schemeClr val="bg1"/>
                </a:solidFill>
                <a:latin typeface="Liberation Mono"/>
              </a:rPr>
              <a:t>최소</a:t>
            </a:r>
            <a:r>
              <a:rPr dirty="0">
                <a:solidFill>
                  <a:schemeClr val="bg1"/>
                </a:solidFill>
                <a:latin typeface="Liberation Mono"/>
              </a:rPr>
              <a:t> </a:t>
            </a:r>
            <a:r>
              <a:rPr dirty="0" err="1">
                <a:solidFill>
                  <a:schemeClr val="bg1"/>
                </a:solidFill>
                <a:latin typeface="Liberation Mono"/>
              </a:rPr>
              <a:t>횟수로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858000" y="1581912"/>
            <a:ext cx="44650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858000" y="1581912"/>
            <a:ext cx="4465015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178040" y="1810512"/>
            <a:ext cx="4007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78040" y="2267712"/>
            <a:ext cx="391637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정답보다 '재현 가능하고 읽기 쉬운 분석'이 중요</a:t>
            </a:r>
            <a:endParaRPr lang="en-US" sz="18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중간 결과를 head()/shape로 확인하는 습관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AI에게: "내 코드가 더 간결해질 수 있는지" 리뷰 요청 가능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400" b="1">
                <a:solidFill>
                  <a:srgbClr val="FFFFFF"/>
                </a:solidFill>
                <a:latin typeface="Malgun Gothic"/>
              </a:rPr>
              <a:t>Week 12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B1F3B"/>
                </a:solidFill>
                <a:latin typeface="Malgun Gothic"/>
              </a:rPr>
              <a:t>미니 예제: 랭킹 만들기(스켈레톤)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669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88720" y="1856232"/>
            <a:ext cx="5029200" cy="4206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dirty="0">
                <a:solidFill>
                  <a:schemeClr val="bg1"/>
                </a:solidFill>
                <a:latin typeface="Liberation Mono"/>
              </a:rPr>
              <a:t> # </a:t>
            </a:r>
            <a:r>
              <a:rPr dirty="0" err="1">
                <a:solidFill>
                  <a:schemeClr val="bg1"/>
                </a:solidFill>
                <a:latin typeface="Liberation Mono"/>
              </a:rPr>
              <a:t>요구</a:t>
            </a:r>
            <a:r>
              <a:rPr dirty="0">
                <a:solidFill>
                  <a:schemeClr val="bg1"/>
                </a:solidFill>
                <a:latin typeface="Liberation Mono"/>
              </a:rPr>
              <a:t>: </a:t>
            </a:r>
            <a:r>
              <a:rPr dirty="0" err="1">
                <a:solidFill>
                  <a:schemeClr val="bg1"/>
                </a:solidFill>
                <a:latin typeface="Liberation Mono"/>
              </a:rPr>
              <a:t>조건</a:t>
            </a:r>
            <a:r>
              <a:rPr dirty="0">
                <a:solidFill>
                  <a:schemeClr val="bg1"/>
                </a:solidFill>
                <a:latin typeface="Liberation Mono"/>
              </a:rPr>
              <a:t>(예: region=='A')</a:t>
            </a:r>
            <a:r>
              <a:rPr dirty="0" err="1">
                <a:solidFill>
                  <a:schemeClr val="bg1"/>
                </a:solidFill>
                <a:latin typeface="Liberation Mono"/>
              </a:rPr>
              <a:t>으로</a:t>
            </a:r>
            <a:r>
              <a:rPr dirty="0">
                <a:solidFill>
                  <a:schemeClr val="bg1"/>
                </a:solidFill>
                <a:latin typeface="Liberation Mono"/>
              </a:rPr>
              <a:t> </a:t>
            </a:r>
            <a:r>
              <a:rPr dirty="0" err="1">
                <a:solidFill>
                  <a:schemeClr val="bg1"/>
                </a:solidFill>
                <a:latin typeface="Liberation Mono"/>
              </a:rPr>
              <a:t>필터</a:t>
            </a:r>
            <a:r>
              <a:rPr dirty="0">
                <a:solidFill>
                  <a:schemeClr val="bg1"/>
                </a:solidFill>
                <a:latin typeface="Liberation Mono"/>
              </a:rPr>
              <a:t> 후
 # score </a:t>
            </a:r>
            <a:r>
              <a:rPr dirty="0" err="1">
                <a:solidFill>
                  <a:schemeClr val="bg1"/>
                </a:solidFill>
                <a:latin typeface="Liberation Mono"/>
              </a:rPr>
              <a:t>기준</a:t>
            </a:r>
            <a:r>
              <a:rPr dirty="0">
                <a:solidFill>
                  <a:schemeClr val="bg1"/>
                </a:solidFill>
                <a:latin typeface="Liberation Mono"/>
              </a:rPr>
              <a:t> </a:t>
            </a:r>
            <a:r>
              <a:rPr dirty="0" err="1">
                <a:solidFill>
                  <a:schemeClr val="bg1"/>
                </a:solidFill>
                <a:latin typeface="Liberation Mono"/>
              </a:rPr>
              <a:t>내림차순</a:t>
            </a:r>
            <a:r>
              <a:rPr dirty="0">
                <a:solidFill>
                  <a:schemeClr val="bg1"/>
                </a:solidFill>
                <a:latin typeface="Liberation Mono"/>
              </a:rPr>
              <a:t> </a:t>
            </a:r>
            <a:r>
              <a:rPr dirty="0" err="1">
                <a:solidFill>
                  <a:schemeClr val="bg1"/>
                </a:solidFill>
                <a:latin typeface="Liberation Mono"/>
              </a:rPr>
              <a:t>정렬</a:t>
            </a:r>
            <a:r>
              <a:rPr dirty="0">
                <a:solidFill>
                  <a:schemeClr val="bg1"/>
                </a:solidFill>
                <a:latin typeface="Liberation Mono"/>
              </a:rPr>
              <a:t>, Top 10 </a:t>
            </a:r>
            <a:r>
              <a:rPr dirty="0" err="1">
                <a:solidFill>
                  <a:schemeClr val="bg1"/>
                </a:solidFill>
                <a:latin typeface="Liberation Mono"/>
              </a:rPr>
              <a:t>출력</a:t>
            </a:r>
            <a:r>
              <a:rPr dirty="0">
                <a:solidFill>
                  <a:schemeClr val="bg1"/>
                </a:solidFill>
                <a:latin typeface="Liberation Mono"/>
              </a:rPr>
              <a:t>
 # TODO: filter → </a:t>
            </a:r>
            <a:r>
              <a:rPr dirty="0" err="1">
                <a:solidFill>
                  <a:schemeClr val="bg1"/>
                </a:solidFill>
                <a:latin typeface="Liberation Mono"/>
              </a:rPr>
              <a:t>sort_values</a:t>
            </a:r>
            <a:r>
              <a:rPr dirty="0">
                <a:solidFill>
                  <a:schemeClr val="bg1"/>
                </a:solidFill>
                <a:latin typeface="Liberation Mono"/>
              </a:rPr>
              <a:t> → head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858000" y="1581912"/>
            <a:ext cx="44650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858000" y="1581912"/>
            <a:ext cx="4465015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178040" y="1810512"/>
            <a:ext cx="4007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78040" y="2267712"/>
            <a:ext cx="391637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필터링과 정렬은 항상 '세트'로 등장</a:t>
            </a:r>
            <a:endParaRPr lang="en-US" sz="18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출력 전에 df.shape로 행 개수 확인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With AI: '분석 결과 요약 문장'을 자동 생성하게 해보자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400" b="1">
                <a:solidFill>
                  <a:srgbClr val="FFFFFF"/>
                </a:solidFill>
                <a:latin typeface="Malgun Gothic"/>
              </a:rPr>
              <a:t>Week 12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B1F3B"/>
                </a:solidFill>
                <a:latin typeface="Malgun Gothic"/>
              </a:rPr>
              <a:t>With AI: EDA 프롬프트 템플릿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543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3137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dirty="0" err="1">
                <a:solidFill>
                  <a:srgbClr val="0F172A"/>
                </a:solidFill>
                <a:latin typeface="Malgun Gothic"/>
              </a:rPr>
              <a:t>역할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: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너는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데이터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분석가다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.</a:t>
            </a:r>
            <a:endParaRPr lang="en-US" sz="2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dirty="0" err="1">
                <a:solidFill>
                  <a:srgbClr val="0F172A"/>
                </a:solidFill>
                <a:latin typeface="Malgun Gothic"/>
              </a:rPr>
              <a:t>데이터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: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df.head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(), df.info(),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df.describe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()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결과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제공</a:t>
            </a:r>
            <a:endParaRPr sz="2200" dirty="0">
              <a:solidFill>
                <a:srgbClr val="0F172A"/>
              </a:solidFill>
              <a:latin typeface="Malgun Gothic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dirty="0" err="1">
                <a:solidFill>
                  <a:srgbClr val="0F172A"/>
                </a:solidFill>
                <a:latin typeface="Malgun Gothic"/>
              </a:rPr>
              <a:t>목표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: (예: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상위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고객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찾기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,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성적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상위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10명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뽑기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dirty="0" err="1">
                <a:solidFill>
                  <a:srgbClr val="0F172A"/>
                </a:solidFill>
                <a:latin typeface="Malgun Gothic"/>
              </a:rPr>
              <a:t>요청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: (1)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필요한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필터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조건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제안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(2) Pandas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코드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(3)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결과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해석</a:t>
            </a:r>
            <a:endParaRPr sz="2200" dirty="0">
              <a:solidFill>
                <a:srgbClr val="0F172A"/>
              </a:solidFill>
              <a:latin typeface="Malgun Gothic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dirty="0" err="1">
                <a:solidFill>
                  <a:srgbClr val="0F172A"/>
                </a:solidFill>
                <a:latin typeface="Malgun Gothic"/>
              </a:rPr>
              <a:t>추가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: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데이터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품질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체크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(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결측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/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이상치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)도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함께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해줘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.</a:t>
            </a:r>
            <a:endParaRPr lang="en-US" sz="2200" dirty="0">
              <a:solidFill>
                <a:srgbClr val="0F172A"/>
              </a:solidFill>
              <a:latin typeface="Malgun Gothic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200" dirty="0">
              <a:solidFill>
                <a:srgbClr val="0F172A"/>
              </a:solidFill>
              <a:latin typeface="Malgun Gothic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200" dirty="0">
              <a:solidFill>
                <a:srgbClr val="0F172A"/>
              </a:solidFill>
              <a:latin typeface="Malgun Gothic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200" dirty="0">
              <a:solidFill>
                <a:srgbClr val="0F172A"/>
              </a:solidFill>
              <a:latin typeface="Malgun Gothic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200" dirty="0">
              <a:solidFill>
                <a:srgbClr val="0F172A"/>
              </a:solidFill>
              <a:latin typeface="Malgun Gothic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200" dirty="0">
              <a:solidFill>
                <a:srgbClr val="0F172A"/>
              </a:solidFill>
              <a:latin typeface="Malgun Gothic"/>
            </a:endParaRPr>
          </a:p>
          <a:p>
            <a:r>
              <a:rPr lang="en-US" sz="2200" dirty="0">
                <a:solidFill>
                  <a:srgbClr val="0F172A"/>
                </a:solidFill>
                <a:latin typeface="Malgun Gothic"/>
              </a:rPr>
              <a:t>* EDA: E</a:t>
            </a:r>
            <a:r>
              <a:rPr lang="en-US" altLang="ko-KR" sz="2400" dirty="0"/>
              <a:t>xploratory Data Analysis (</a:t>
            </a:r>
            <a:r>
              <a:rPr lang="ko-KR" altLang="en-US" sz="2400" dirty="0"/>
              <a:t>탐색적 데이터 분석</a:t>
            </a:r>
            <a:r>
              <a:rPr lang="en-US" altLang="ko-KR" sz="2400" dirty="0"/>
              <a:t>)</a:t>
            </a:r>
            <a:endParaRPr sz="2200" dirty="0">
              <a:solidFill>
                <a:srgbClr val="0F172A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400" b="1">
                <a:solidFill>
                  <a:srgbClr val="FFFFFF"/>
                </a:solidFill>
                <a:latin typeface="Malgun Gothic"/>
              </a:rPr>
              <a:t>Week 12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1: 조건 필터 + Top-N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543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3137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dirty="0" err="1">
                <a:solidFill>
                  <a:srgbClr val="0F172A"/>
                </a:solidFill>
                <a:latin typeface="Malgun Gothic"/>
              </a:rPr>
              <a:t>문제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: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데이터에서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조건을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2개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이상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사용해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필터링한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뒤 Top 5를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출력하라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.</a:t>
            </a:r>
            <a:endParaRPr lang="en-US" sz="2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dirty="0">
                <a:solidFill>
                  <a:srgbClr val="0F172A"/>
                </a:solidFill>
                <a:latin typeface="Malgun Gothic"/>
              </a:rPr>
              <a:t>예: (score&gt;=80) AND (region in ['A','B'])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dirty="0" err="1">
                <a:solidFill>
                  <a:srgbClr val="0F172A"/>
                </a:solidFill>
                <a:latin typeface="Malgun Gothic"/>
              </a:rPr>
              <a:t>제출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: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코드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+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결과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dirty="0" err="1">
                <a:solidFill>
                  <a:srgbClr val="0F172A"/>
                </a:solidFill>
                <a:latin typeface="Malgun Gothic"/>
              </a:rPr>
              <a:t>해석</a:t>
            </a:r>
            <a:r>
              <a:rPr sz="2200" dirty="0">
                <a:solidFill>
                  <a:srgbClr val="0F172A"/>
                </a:solidFill>
                <a:latin typeface="Malgun Gothic"/>
              </a:rPr>
              <a:t> 2문장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400" b="1">
                <a:solidFill>
                  <a:srgbClr val="FFFFFF"/>
                </a:solidFill>
                <a:latin typeface="Malgun Gothic"/>
              </a:rPr>
              <a:t>Week 12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2: 디버깅 — 괄호/연산자 실수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669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88720" y="1856232"/>
            <a:ext cx="5029200" cy="4206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r>
              <a:rPr>
                <a:solidFill>
                  <a:srgbClr val="FFFFFF"/>
                </a:solidFill>
                <a:latin typeface="Consolas"/>
              </a:rPr>
              <a:t># 잘못된 예(에러 또는 이상한 결과)</a:t>
            </a:r>
          </a:p>
          <a:p>
            <a:r>
              <a:rPr>
                <a:solidFill>
                  <a:srgbClr val="FFFFFF"/>
                </a:solidFill>
                <a:latin typeface="Consolas"/>
              </a:rPr>
              <a:t>df[df['score'] &gt;= 80 and df['score'] &lt; 90]</a:t>
            </a:r>
          </a:p>
        </p:txBody>
      </p:sp>
      <p:sp>
        <p:nvSpPr>
          <p:cNvPr id="12" name="Shape 10"/>
          <p:cNvSpPr/>
          <p:nvPr/>
        </p:nvSpPr>
        <p:spPr>
          <a:xfrm>
            <a:off x="6858000" y="1581912"/>
            <a:ext cx="44650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858000" y="1581912"/>
            <a:ext cx="4465015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178040" y="1810512"/>
            <a:ext cx="4007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78040" y="2267712"/>
            <a:ext cx="391637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Pandas에서는 and/or 대신 &amp;/| 사용</a:t>
            </a:r>
            <a:endParaRPr lang="en-US" sz="18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올바른 예: df[(cond1) &amp; (cond2)]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AI에게: 왜 and가 안 되는지(Series의 True/False) 설명 요청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400" b="1">
                <a:solidFill>
                  <a:srgbClr val="FFFFFF"/>
                </a:solidFill>
                <a:latin typeface="Malgun Gothic"/>
              </a:rPr>
              <a:t>Week 12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3: 리팩터링 — 필터 함수 만들기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669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88720" y="1856232"/>
            <a:ext cx="5029200" cy="4206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r>
              <a:rPr lang="en-US" sz="1600" dirty="0">
                <a:solidFill>
                  <a:schemeClr val="bg1"/>
                </a:solidFill>
                <a:latin typeface="Liberation Mono"/>
              </a:rPr>
              <a:t>def </a:t>
            </a:r>
            <a:r>
              <a:rPr lang="en-US" sz="1600" dirty="0" err="1">
                <a:solidFill>
                  <a:schemeClr val="bg1"/>
                </a:solidFill>
                <a:latin typeface="Liberation Mono"/>
              </a:rPr>
              <a:t>filter_top</a:t>
            </a:r>
            <a:r>
              <a:rPr lang="en-US" sz="1600" dirty="0">
                <a:solidFill>
                  <a:schemeClr val="bg1"/>
                </a:solidFill>
                <a:latin typeface="Liberation Mono"/>
              </a:rPr>
              <a:t>(</a:t>
            </a:r>
            <a:r>
              <a:rPr lang="en-US" sz="1600" dirty="0" err="1">
                <a:solidFill>
                  <a:schemeClr val="bg1"/>
                </a:solidFill>
                <a:latin typeface="Liberation Mono"/>
              </a:rPr>
              <a:t>df</a:t>
            </a:r>
            <a:r>
              <a:rPr lang="en-US" sz="1600" dirty="0">
                <a:solidFill>
                  <a:schemeClr val="bg1"/>
                </a:solidFill>
                <a:latin typeface="Liberation Mono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Liberation Mono"/>
              </a:rPr>
              <a:t>cond</a:t>
            </a:r>
            <a:r>
              <a:rPr lang="en-US" sz="1600" dirty="0">
                <a:solidFill>
                  <a:schemeClr val="bg1"/>
                </a:solidFill>
                <a:latin typeface="Liberation Mono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Liberation Mono"/>
              </a:rPr>
              <a:t>sort_col</a:t>
            </a:r>
            <a:r>
              <a:rPr lang="en-US" sz="1600" dirty="0">
                <a:solidFill>
                  <a:schemeClr val="bg1"/>
                </a:solidFill>
                <a:latin typeface="Liberation Mono"/>
              </a:rPr>
              <a:t>, n=5):</a:t>
            </a:r>
          </a:p>
          <a:p>
            <a:r>
              <a:rPr lang="en-US" sz="1600" dirty="0">
                <a:solidFill>
                  <a:schemeClr val="bg1"/>
                </a:solidFill>
                <a:latin typeface="Liberation Mono"/>
              </a:rPr>
              <a:t>    filtered = </a:t>
            </a:r>
            <a:r>
              <a:rPr lang="en-US" sz="1600" dirty="0" err="1">
                <a:solidFill>
                  <a:schemeClr val="bg1"/>
                </a:solidFill>
                <a:latin typeface="Liberation Mono"/>
              </a:rPr>
              <a:t>df</a:t>
            </a:r>
            <a:r>
              <a:rPr lang="en-US" sz="1600" dirty="0">
                <a:solidFill>
                  <a:schemeClr val="bg1"/>
                </a:solidFill>
                <a:latin typeface="Liberation Mono"/>
              </a:rPr>
              <a:t>[</a:t>
            </a:r>
            <a:r>
              <a:rPr lang="en-US" sz="1600" dirty="0" err="1">
                <a:solidFill>
                  <a:schemeClr val="bg1"/>
                </a:solidFill>
                <a:latin typeface="Liberation Mono"/>
              </a:rPr>
              <a:t>cond</a:t>
            </a:r>
            <a:r>
              <a:rPr lang="en-US" sz="1600" dirty="0">
                <a:solidFill>
                  <a:schemeClr val="bg1"/>
                </a:solidFill>
                <a:latin typeface="Liberation Mono"/>
              </a:rPr>
              <a:t>]  # </a:t>
            </a:r>
            <a:r>
              <a:rPr lang="ko-KR" altLang="en-US" sz="1600" dirty="0">
                <a:solidFill>
                  <a:schemeClr val="bg1"/>
                </a:solidFill>
                <a:latin typeface="Liberation Mono"/>
              </a:rPr>
              <a:t>조건으로 필터링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Liberation Mono"/>
              </a:rPr>
              <a:t>    </a:t>
            </a:r>
            <a:r>
              <a:rPr lang="en-US" sz="1600" dirty="0" err="1">
                <a:solidFill>
                  <a:schemeClr val="bg1"/>
                </a:solidFill>
                <a:latin typeface="Liberation Mono"/>
              </a:rPr>
              <a:t>sorted_df</a:t>
            </a:r>
            <a:r>
              <a:rPr lang="en-US" sz="1600" dirty="0">
                <a:solidFill>
                  <a:schemeClr val="bg1"/>
                </a:solidFill>
                <a:latin typeface="Liberation Mono"/>
              </a:rPr>
              <a:t> = </a:t>
            </a:r>
            <a:r>
              <a:rPr lang="en-US" sz="1600" dirty="0" err="1">
                <a:solidFill>
                  <a:schemeClr val="bg1"/>
                </a:solidFill>
                <a:latin typeface="Liberation Mono"/>
              </a:rPr>
              <a:t>filtered.sort_values</a:t>
            </a:r>
            <a:r>
              <a:rPr lang="en-US" sz="1600" dirty="0">
                <a:solidFill>
                  <a:schemeClr val="bg1"/>
                </a:solidFill>
                <a:latin typeface="Liberation Mono"/>
              </a:rPr>
              <a:t>(by=</a:t>
            </a:r>
            <a:r>
              <a:rPr lang="en-US" sz="1600" dirty="0" err="1">
                <a:solidFill>
                  <a:schemeClr val="bg1"/>
                </a:solidFill>
                <a:latin typeface="Liberation Mono"/>
              </a:rPr>
              <a:t>sort_col</a:t>
            </a:r>
            <a:r>
              <a:rPr lang="en-US" sz="1600" dirty="0">
                <a:solidFill>
                  <a:schemeClr val="bg1"/>
                </a:solidFill>
                <a:latin typeface="Liberation Mono"/>
              </a:rPr>
              <a:t>, ascending=False)  # </a:t>
            </a:r>
            <a:r>
              <a:rPr lang="ko-KR" altLang="en-US" sz="1600" dirty="0">
                <a:solidFill>
                  <a:schemeClr val="bg1"/>
                </a:solidFill>
                <a:latin typeface="Liberation Mono"/>
              </a:rPr>
              <a:t>정렬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Liberation Mono"/>
              </a:rPr>
              <a:t>    </a:t>
            </a:r>
            <a:r>
              <a:rPr lang="en-US" sz="1600" dirty="0">
                <a:solidFill>
                  <a:schemeClr val="bg1"/>
                </a:solidFill>
                <a:latin typeface="Liberation Mono"/>
              </a:rPr>
              <a:t>return </a:t>
            </a:r>
            <a:r>
              <a:rPr lang="en-US" sz="1600" dirty="0" err="1">
                <a:solidFill>
                  <a:schemeClr val="bg1"/>
                </a:solidFill>
                <a:latin typeface="Liberation Mono"/>
              </a:rPr>
              <a:t>sorted_df.head</a:t>
            </a:r>
            <a:r>
              <a:rPr lang="en-US" sz="1600" dirty="0">
                <a:solidFill>
                  <a:schemeClr val="bg1"/>
                </a:solidFill>
                <a:latin typeface="Liberation Mono"/>
              </a:rPr>
              <a:t>(n)  # </a:t>
            </a:r>
            <a:r>
              <a:rPr lang="ko-KR" altLang="en-US" sz="1600" dirty="0">
                <a:solidFill>
                  <a:schemeClr val="bg1"/>
                </a:solidFill>
                <a:latin typeface="Liberation Mono"/>
              </a:rPr>
              <a:t>상위 </a:t>
            </a:r>
            <a:r>
              <a:rPr lang="en-US" sz="1600" dirty="0">
                <a:solidFill>
                  <a:schemeClr val="bg1"/>
                </a:solidFill>
                <a:latin typeface="Liberation Mono"/>
              </a:rPr>
              <a:t>n</a:t>
            </a:r>
            <a:r>
              <a:rPr lang="ko-KR" altLang="en-US" sz="1600" dirty="0">
                <a:solidFill>
                  <a:schemeClr val="bg1"/>
                </a:solidFill>
                <a:latin typeface="Liberation Mono"/>
              </a:rPr>
              <a:t>개 반환</a:t>
            </a:r>
          </a:p>
        </p:txBody>
      </p:sp>
      <p:sp>
        <p:nvSpPr>
          <p:cNvPr id="12" name="Shape 10"/>
          <p:cNvSpPr/>
          <p:nvPr/>
        </p:nvSpPr>
        <p:spPr>
          <a:xfrm>
            <a:off x="6858000" y="1581912"/>
            <a:ext cx="44650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858000" y="1581912"/>
            <a:ext cx="4465015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178040" y="1810512"/>
            <a:ext cx="4007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78040" y="2267712"/>
            <a:ext cx="391637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분석 코드를 함수로 만들면 재사용성이 좋아진다.</a:t>
            </a:r>
            <a:endParaRPr lang="en-US" sz="18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AI에게: 함수 인터페이스(입력/출력)를 먼저 설계하게 하자.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F172A"/>
                </a:solidFill>
                <a:latin typeface="Malgun Gothic"/>
              </a:rPr>
              <a:t>검증: 다른 조건/컬럼에도 동작하는지 테스트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400" b="1">
                <a:solidFill>
                  <a:srgbClr val="FFFFFF"/>
                </a:solidFill>
                <a:latin typeface="Malgun Gothic"/>
              </a:rPr>
              <a:t>Week 12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B1F3B"/>
                </a:solidFill>
                <a:latin typeface="Malgun Gothic"/>
              </a:rPr>
              <a:t>연습문제(필터링·정렬)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543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3137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1) score가 평균 이상인 행만 선택하라.</a:t>
            </a:r>
            <a:endParaRPr lang="en-US" sz="2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2) 특정 카테고리만 선택(isin)하고, score로 내림차순 정렬하라.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3) 문자열 컬럼에서 특정 키워드가 포함된 행을 찾고(contains) 개수를 출력하라.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4) Top 3와 Bottom 3를 각각 구하라(nlargest/nsmallest).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400" b="1">
                <a:solidFill>
                  <a:srgbClr val="FFFFFF"/>
                </a:solidFill>
                <a:latin typeface="Malgun Gothic"/>
              </a:rPr>
              <a:t>Week 12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0B1F3B"/>
                </a:solidFill>
                <a:latin typeface="Malgun Gothic"/>
              </a:rPr>
              <a:t>미니 퀴즈(5문항)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543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3137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문항</a:t>
            </a:r>
            <a:endParaRPr lang="en-US" sz="2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1) Pandas에서 복합 조건 결합에 쓰는 연산자는?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   A. and/or  B. &amp;/|  C. +/*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2) df.sort_values('col', ascending=False)는?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   A. 오름차순  B. 내림차순  C. 랜덤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3) 상위 5개를 뽑는 대표 함수는?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   A. head(5)  B. tail(5)  C. sum(5)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4) df['name'].str.contains('a')의 용도는?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   A. 숫자 합  B. 문자열 포함 필터  C. 정렬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5) SettingWithCopyWarning의 의미는?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0F172A"/>
                </a:solidFill>
                <a:latin typeface="Malgun Gothic"/>
              </a:rPr>
              <a:t>   A. 메모리 부족  B. 뷰/복사본 수정 모호  C. 파일 없음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2260</Words>
  <Application>Microsoft Office PowerPoint</Application>
  <PresentationFormat>와이드스크린</PresentationFormat>
  <Paragraphs>308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8" baseType="lpstr">
      <vt:lpstr>Liberation Mono</vt:lpstr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이영호</cp:lastModifiedBy>
  <cp:revision>4</cp:revision>
  <dcterms:created xsi:type="dcterms:W3CDTF">2026-01-25T10:45:24Z</dcterms:created>
  <dcterms:modified xsi:type="dcterms:W3CDTF">2026-02-14T23:48:24Z</dcterms:modified>
</cp:coreProperties>
</file>