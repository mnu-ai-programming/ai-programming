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82" r:id="rId5"/>
    <p:sldId id="260" r:id="rId6"/>
    <p:sldId id="283" r:id="rId7"/>
    <p:sldId id="284" r:id="rId8"/>
    <p:sldId id="285" r:id="rId9"/>
    <p:sldId id="286" r:id="rId10"/>
    <p:sldId id="287" r:id="rId11"/>
    <p:sldId id="266" r:id="rId12"/>
    <p:sldId id="288" r:id="rId13"/>
    <p:sldId id="268" r:id="rId14"/>
    <p:sldId id="28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804044-51A1-4494-9FD6-10EF5C701867}" v="13" dt="2026-02-14T22:23:21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52" y="1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ho Lee" userId="8d4cb33d81fe8010" providerId="LiveId" clId="{CBFCDB52-D4D0-4B31-BC83-21C3E666DF67}"/>
    <pc:docChg chg="undo custSel addSld delSld modSld">
      <pc:chgData name="Youngho Lee" userId="8d4cb33d81fe8010" providerId="LiveId" clId="{CBFCDB52-D4D0-4B31-BC83-21C3E666DF67}" dt="2026-02-14T22:23:49.348" v="264" actId="47"/>
      <pc:docMkLst>
        <pc:docMk/>
      </pc:docMkLst>
      <pc:sldChg chg="delSp mod">
        <pc:chgData name="Youngho Lee" userId="8d4cb33d81fe8010" providerId="LiveId" clId="{CBFCDB52-D4D0-4B31-BC83-21C3E666DF67}" dt="2026-02-14T11:31:26.623" v="0" actId="478"/>
        <pc:sldMkLst>
          <pc:docMk/>
          <pc:sldMk cId="0" sldId="256"/>
        </pc:sldMkLst>
        <pc:spChg chg="del">
          <ac:chgData name="Youngho Lee" userId="8d4cb33d81fe8010" providerId="LiveId" clId="{CBFCDB52-D4D0-4B31-BC83-21C3E666DF67}" dt="2026-02-14T11:31:26.623" v="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11:31:29.650" v="1" actId="478"/>
        <pc:sldMkLst>
          <pc:docMk/>
          <pc:sldMk cId="0" sldId="257"/>
        </pc:sldMkLst>
        <pc:spChg chg="del">
          <ac:chgData name="Youngho Lee" userId="8d4cb33d81fe8010" providerId="LiveId" clId="{CBFCDB52-D4D0-4B31-BC83-21C3E666DF67}" dt="2026-02-14T11:31:29.650" v="1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29.650" v="1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29.650" v="1" actId="478"/>
          <ac:spMkLst>
            <pc:docMk/>
            <pc:sldMk cId="0" sldId="257"/>
            <ac:spMk id="7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11:31:31.976" v="2" actId="478"/>
        <pc:sldMkLst>
          <pc:docMk/>
          <pc:sldMk cId="0" sldId="258"/>
        </pc:sldMkLst>
        <pc:spChg chg="del">
          <ac:chgData name="Youngho Lee" userId="8d4cb33d81fe8010" providerId="LiveId" clId="{CBFCDB52-D4D0-4B31-BC83-21C3E666DF67}" dt="2026-02-14T11:31:31.976" v="2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31.976" v="2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31.976" v="2" actId="478"/>
          <ac:spMkLst>
            <pc:docMk/>
            <pc:sldMk cId="0" sldId="258"/>
            <ac:spMk id="7" creationId="{00000000-0000-0000-0000-000000000000}"/>
          </ac:spMkLst>
        </pc:spChg>
      </pc:sldChg>
      <pc:sldChg chg="delSp modSp del mod">
        <pc:chgData name="Youngho Lee" userId="8d4cb33d81fe8010" providerId="LiveId" clId="{CBFCDB52-D4D0-4B31-BC83-21C3E666DF67}" dt="2026-02-14T22:19:19.386" v="240" actId="47"/>
        <pc:sldMkLst>
          <pc:docMk/>
          <pc:sldMk cId="0" sldId="259"/>
        </pc:sldMkLst>
        <pc:spChg chg="del">
          <ac:chgData name="Youngho Lee" userId="8d4cb33d81fe8010" providerId="LiveId" clId="{CBFCDB52-D4D0-4B31-BC83-21C3E666DF67}" dt="2026-02-14T11:31:33.907" v="3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33.907" v="3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33.907" v="3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5:24.646" v="37" actId="6549"/>
          <ac:spMkLst>
            <pc:docMk/>
            <pc:sldMk cId="0" sldId="259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06:48.724" v="40" actId="207"/>
        <pc:sldMkLst>
          <pc:docMk/>
          <pc:sldMk cId="0" sldId="260"/>
        </pc:sldMkLst>
        <pc:spChg chg="del">
          <ac:chgData name="Youngho Lee" userId="8d4cb33d81fe8010" providerId="LiveId" clId="{CBFCDB52-D4D0-4B31-BC83-21C3E666DF67}" dt="2026-02-14T11:31:35.853" v="4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35.853" v="4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35.853" v="4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6:48.724" v="40" actId="207"/>
          <ac:spMkLst>
            <pc:docMk/>
            <pc:sldMk cId="0" sldId="260"/>
            <ac:spMk id="11" creationId="{00000000-0000-0000-0000-000000000000}"/>
          </ac:spMkLst>
        </pc:spChg>
      </pc:sldChg>
      <pc:sldChg chg="delSp modSp del mod">
        <pc:chgData name="Youngho Lee" userId="8d4cb33d81fe8010" providerId="LiveId" clId="{CBFCDB52-D4D0-4B31-BC83-21C3E666DF67}" dt="2026-02-14T22:19:47.348" v="244" actId="47"/>
        <pc:sldMkLst>
          <pc:docMk/>
          <pc:sldMk cId="0" sldId="261"/>
        </pc:sldMkLst>
        <pc:spChg chg="del">
          <ac:chgData name="Youngho Lee" userId="8d4cb33d81fe8010" providerId="LiveId" clId="{CBFCDB52-D4D0-4B31-BC83-21C3E666DF67}" dt="2026-02-14T11:31:37.762" v="5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37.762" v="5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37.762" v="5" actId="478"/>
          <ac:spMkLst>
            <pc:docMk/>
            <pc:sldMk cId="0" sldId="261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7:11.821" v="56" actId="6549"/>
          <ac:spMkLst>
            <pc:docMk/>
            <pc:sldMk cId="0" sldId="261"/>
            <ac:spMk id="11" creationId="{00000000-0000-0000-0000-000000000000}"/>
          </ac:spMkLst>
        </pc:spChg>
      </pc:sldChg>
      <pc:sldChg chg="delSp del mod">
        <pc:chgData name="Youngho Lee" userId="8d4cb33d81fe8010" providerId="LiveId" clId="{CBFCDB52-D4D0-4B31-BC83-21C3E666DF67}" dt="2026-02-14T22:19:59.393" v="246" actId="47"/>
        <pc:sldMkLst>
          <pc:docMk/>
          <pc:sldMk cId="0" sldId="262"/>
        </pc:sldMkLst>
        <pc:spChg chg="del">
          <ac:chgData name="Youngho Lee" userId="8d4cb33d81fe8010" providerId="LiveId" clId="{CBFCDB52-D4D0-4B31-BC83-21C3E666DF67}" dt="2026-02-14T11:31:39.483" v="6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39.483" v="6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39.483" v="6" actId="478"/>
          <ac:spMkLst>
            <pc:docMk/>
            <pc:sldMk cId="0" sldId="262"/>
            <ac:spMk id="7" creationId="{00000000-0000-0000-0000-000000000000}"/>
          </ac:spMkLst>
        </pc:spChg>
      </pc:sldChg>
      <pc:sldChg chg="delSp modSp del mod">
        <pc:chgData name="Youngho Lee" userId="8d4cb33d81fe8010" providerId="LiveId" clId="{CBFCDB52-D4D0-4B31-BC83-21C3E666DF67}" dt="2026-02-14T22:20:13.331" v="248" actId="47"/>
        <pc:sldMkLst>
          <pc:docMk/>
          <pc:sldMk cId="0" sldId="263"/>
        </pc:sldMkLst>
        <pc:spChg chg="del">
          <ac:chgData name="Youngho Lee" userId="8d4cb33d81fe8010" providerId="LiveId" clId="{CBFCDB52-D4D0-4B31-BC83-21C3E666DF67}" dt="2026-02-14T11:31:41.544" v="7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41.544" v="7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41.544" v="7" actId="478"/>
          <ac:spMkLst>
            <pc:docMk/>
            <pc:sldMk cId="0" sldId="263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7:36.959" v="68" actId="6549"/>
          <ac:spMkLst>
            <pc:docMk/>
            <pc:sldMk cId="0" sldId="263"/>
            <ac:spMk id="11" creationId="{00000000-0000-0000-0000-000000000000}"/>
          </ac:spMkLst>
        </pc:spChg>
      </pc:sldChg>
      <pc:sldChg chg="delSp modSp del mod">
        <pc:chgData name="Youngho Lee" userId="8d4cb33d81fe8010" providerId="LiveId" clId="{CBFCDB52-D4D0-4B31-BC83-21C3E666DF67}" dt="2026-02-14T22:20:59.574" v="250" actId="47"/>
        <pc:sldMkLst>
          <pc:docMk/>
          <pc:sldMk cId="0" sldId="264"/>
        </pc:sldMkLst>
        <pc:spChg chg="del">
          <ac:chgData name="Youngho Lee" userId="8d4cb33d81fe8010" providerId="LiveId" clId="{CBFCDB52-D4D0-4B31-BC83-21C3E666DF67}" dt="2026-02-14T11:31:43.449" v="8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43.449" v="8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43.449" v="8" actId="478"/>
          <ac:spMkLst>
            <pc:docMk/>
            <pc:sldMk cId="0" sldId="264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8:20.918" v="83" actId="6549"/>
          <ac:spMkLst>
            <pc:docMk/>
            <pc:sldMk cId="0" sldId="264"/>
            <ac:spMk id="11" creationId="{00000000-0000-0000-0000-000000000000}"/>
          </ac:spMkLst>
        </pc:spChg>
      </pc:sldChg>
      <pc:sldChg chg="delSp modSp del mod">
        <pc:chgData name="Youngho Lee" userId="8d4cb33d81fe8010" providerId="LiveId" clId="{CBFCDB52-D4D0-4B31-BC83-21C3E666DF67}" dt="2026-02-14T22:21:30.067" v="252" actId="47"/>
        <pc:sldMkLst>
          <pc:docMk/>
          <pc:sldMk cId="0" sldId="265"/>
        </pc:sldMkLst>
        <pc:spChg chg="del">
          <ac:chgData name="Youngho Lee" userId="8d4cb33d81fe8010" providerId="LiveId" clId="{CBFCDB52-D4D0-4B31-BC83-21C3E666DF67}" dt="2026-02-14T11:31:45.467" v="9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45.467" v="9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45.467" v="9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8:34.267" v="94" actId="6549"/>
          <ac:spMkLst>
            <pc:docMk/>
            <pc:sldMk cId="0" sldId="265"/>
            <ac:spMk id="11" creationId="{00000000-0000-0000-0000-000000000000}"/>
          </ac:spMkLst>
        </pc:spChg>
      </pc:sldChg>
      <pc:sldChg chg="delSp modSp add del mod">
        <pc:chgData name="Youngho Lee" userId="8d4cb33d81fe8010" providerId="LiveId" clId="{CBFCDB52-D4D0-4B31-BC83-21C3E666DF67}" dt="2026-02-14T22:22:28.573" v="255" actId="47"/>
        <pc:sldMkLst>
          <pc:docMk/>
          <pc:sldMk cId="0" sldId="266"/>
        </pc:sldMkLst>
        <pc:spChg chg="del">
          <ac:chgData name="Youngho Lee" userId="8d4cb33d81fe8010" providerId="LiveId" clId="{CBFCDB52-D4D0-4B31-BC83-21C3E666DF67}" dt="2026-02-14T11:31:47.547" v="10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47.547" v="10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47.547" v="10" actId="478"/>
          <ac:spMkLst>
            <pc:docMk/>
            <pc:sldMk cId="0" sldId="266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8:53.022" v="107" actId="6549"/>
          <ac:spMkLst>
            <pc:docMk/>
            <pc:sldMk cId="0" sldId="266"/>
            <ac:spMk id="11" creationId="{00000000-0000-0000-0000-000000000000}"/>
          </ac:spMkLst>
        </pc:spChg>
      </pc:sldChg>
      <pc:sldChg chg="delSp modSp del mod">
        <pc:chgData name="Youngho Lee" userId="8d4cb33d81fe8010" providerId="LiveId" clId="{CBFCDB52-D4D0-4B31-BC83-21C3E666DF67}" dt="2026-02-14T22:23:09.499" v="260" actId="47"/>
        <pc:sldMkLst>
          <pc:docMk/>
          <pc:sldMk cId="0" sldId="267"/>
        </pc:sldMkLst>
        <pc:spChg chg="del">
          <ac:chgData name="Youngho Lee" userId="8d4cb33d81fe8010" providerId="LiveId" clId="{CBFCDB52-D4D0-4B31-BC83-21C3E666DF67}" dt="2026-02-14T11:31:49.456" v="11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49.456" v="11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49.456" v="11" actId="478"/>
          <ac:spMkLst>
            <pc:docMk/>
            <pc:sldMk cId="0" sldId="267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9:06.162" v="119" actId="6549"/>
          <ac:spMkLst>
            <pc:docMk/>
            <pc:sldMk cId="0" sldId="267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09:32.728" v="145" actId="20577"/>
        <pc:sldMkLst>
          <pc:docMk/>
          <pc:sldMk cId="0" sldId="268"/>
        </pc:sldMkLst>
        <pc:spChg chg="del">
          <ac:chgData name="Youngho Lee" userId="8d4cb33d81fe8010" providerId="LiveId" clId="{CBFCDB52-D4D0-4B31-BC83-21C3E666DF67}" dt="2026-02-14T11:31:51.748" v="12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51.748" v="12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51.748" v="12" actId="478"/>
          <ac:spMkLst>
            <pc:docMk/>
            <pc:sldMk cId="0" sldId="268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9:32.728" v="145" actId="20577"/>
          <ac:spMkLst>
            <pc:docMk/>
            <pc:sldMk cId="0" sldId="268"/>
            <ac:spMk id="11" creationId="{00000000-0000-0000-0000-000000000000}"/>
          </ac:spMkLst>
        </pc:spChg>
      </pc:sldChg>
      <pc:sldChg chg="delSp modSp add del mod">
        <pc:chgData name="Youngho Lee" userId="8d4cb33d81fe8010" providerId="LiveId" clId="{CBFCDB52-D4D0-4B31-BC83-21C3E666DF67}" dt="2026-02-14T22:23:49.348" v="264" actId="47"/>
        <pc:sldMkLst>
          <pc:docMk/>
          <pc:sldMk cId="0" sldId="269"/>
        </pc:sldMkLst>
        <pc:spChg chg="del">
          <ac:chgData name="Youngho Lee" userId="8d4cb33d81fe8010" providerId="LiveId" clId="{CBFCDB52-D4D0-4B31-BC83-21C3E666DF67}" dt="2026-02-14T11:31:53.747" v="13" actId="478"/>
          <ac:spMkLst>
            <pc:docMk/>
            <pc:sldMk cId="0" sldId="269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53.747" v="13" actId="478"/>
          <ac:spMkLst>
            <pc:docMk/>
            <pc:sldMk cId="0" sldId="269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53.747" v="13" actId="478"/>
          <ac:spMkLst>
            <pc:docMk/>
            <pc:sldMk cId="0" sldId="269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9:49.239" v="152" actId="6549"/>
          <ac:spMkLst>
            <pc:docMk/>
            <pc:sldMk cId="0" sldId="269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10:04.817" v="161" actId="6549"/>
        <pc:sldMkLst>
          <pc:docMk/>
          <pc:sldMk cId="0" sldId="270"/>
        </pc:sldMkLst>
        <pc:spChg chg="del">
          <ac:chgData name="Youngho Lee" userId="8d4cb33d81fe8010" providerId="LiveId" clId="{CBFCDB52-D4D0-4B31-BC83-21C3E666DF67}" dt="2026-02-14T11:31:55.989" v="14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55.989" v="14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55.989" v="14" actId="478"/>
          <ac:spMkLst>
            <pc:docMk/>
            <pc:sldMk cId="0" sldId="270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10:04.817" v="161" actId="6549"/>
          <ac:spMkLst>
            <pc:docMk/>
            <pc:sldMk cId="0" sldId="270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10:23.143" v="170" actId="6549"/>
        <pc:sldMkLst>
          <pc:docMk/>
          <pc:sldMk cId="0" sldId="271"/>
        </pc:sldMkLst>
        <pc:spChg chg="del">
          <ac:chgData name="Youngho Lee" userId="8d4cb33d81fe8010" providerId="LiveId" clId="{CBFCDB52-D4D0-4B31-BC83-21C3E666DF67}" dt="2026-02-14T11:31:58.073" v="15" actId="478"/>
          <ac:spMkLst>
            <pc:docMk/>
            <pc:sldMk cId="0" sldId="271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58.073" v="15" actId="478"/>
          <ac:spMkLst>
            <pc:docMk/>
            <pc:sldMk cId="0" sldId="271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1:58.073" v="15" actId="478"/>
          <ac:spMkLst>
            <pc:docMk/>
            <pc:sldMk cId="0" sldId="271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10:23.143" v="170" actId="6549"/>
          <ac:spMkLst>
            <pc:docMk/>
            <pc:sldMk cId="0" sldId="271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10:42.727" v="176" actId="6549"/>
        <pc:sldMkLst>
          <pc:docMk/>
          <pc:sldMk cId="0" sldId="272"/>
        </pc:sldMkLst>
        <pc:spChg chg="del">
          <ac:chgData name="Youngho Lee" userId="8d4cb33d81fe8010" providerId="LiveId" clId="{CBFCDB52-D4D0-4B31-BC83-21C3E666DF67}" dt="2026-02-14T11:32:00.813" v="16" actId="478"/>
          <ac:spMkLst>
            <pc:docMk/>
            <pc:sldMk cId="0" sldId="272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00.813" v="16" actId="478"/>
          <ac:spMkLst>
            <pc:docMk/>
            <pc:sldMk cId="0" sldId="272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00.813" v="16" actId="478"/>
          <ac:spMkLst>
            <pc:docMk/>
            <pc:sldMk cId="0" sldId="272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10:42.727" v="176" actId="6549"/>
          <ac:spMkLst>
            <pc:docMk/>
            <pc:sldMk cId="0" sldId="272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11:08.975" v="205" actId="6549"/>
        <pc:sldMkLst>
          <pc:docMk/>
          <pc:sldMk cId="0" sldId="273"/>
        </pc:sldMkLst>
        <pc:spChg chg="del">
          <ac:chgData name="Youngho Lee" userId="8d4cb33d81fe8010" providerId="LiveId" clId="{CBFCDB52-D4D0-4B31-BC83-21C3E666DF67}" dt="2026-02-14T11:32:03.082" v="17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03.082" v="17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03.082" v="17" actId="478"/>
          <ac:spMkLst>
            <pc:docMk/>
            <pc:sldMk cId="0" sldId="273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11:08.975" v="205" actId="6549"/>
          <ac:spMkLst>
            <pc:docMk/>
            <pc:sldMk cId="0" sldId="273"/>
            <ac:spMk id="11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11:32:04.882" v="18" actId="478"/>
        <pc:sldMkLst>
          <pc:docMk/>
          <pc:sldMk cId="0" sldId="274"/>
        </pc:sldMkLst>
        <pc:spChg chg="del">
          <ac:chgData name="Youngho Lee" userId="8d4cb33d81fe8010" providerId="LiveId" clId="{CBFCDB52-D4D0-4B31-BC83-21C3E666DF67}" dt="2026-02-14T11:32:04.882" v="18" actId="478"/>
          <ac:spMkLst>
            <pc:docMk/>
            <pc:sldMk cId="0" sldId="274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04.882" v="18" actId="478"/>
          <ac:spMkLst>
            <pc:docMk/>
            <pc:sldMk cId="0" sldId="274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04.882" v="18" actId="478"/>
          <ac:spMkLst>
            <pc:docMk/>
            <pc:sldMk cId="0" sldId="274"/>
            <ac:spMk id="7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11:32:06.865" v="19" actId="478"/>
        <pc:sldMkLst>
          <pc:docMk/>
          <pc:sldMk cId="0" sldId="275"/>
        </pc:sldMkLst>
        <pc:spChg chg="del">
          <ac:chgData name="Youngho Lee" userId="8d4cb33d81fe8010" providerId="LiveId" clId="{CBFCDB52-D4D0-4B31-BC83-21C3E666DF67}" dt="2026-02-14T11:32:06.865" v="19" actId="478"/>
          <ac:spMkLst>
            <pc:docMk/>
            <pc:sldMk cId="0" sldId="275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06.865" v="19" actId="478"/>
          <ac:spMkLst>
            <pc:docMk/>
            <pc:sldMk cId="0" sldId="275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06.865" v="19" actId="478"/>
          <ac:spMkLst>
            <pc:docMk/>
            <pc:sldMk cId="0" sldId="275"/>
            <ac:spMk id="7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11:35.288" v="229" actId="6549"/>
        <pc:sldMkLst>
          <pc:docMk/>
          <pc:sldMk cId="0" sldId="276"/>
        </pc:sldMkLst>
        <pc:spChg chg="del">
          <ac:chgData name="Youngho Lee" userId="8d4cb33d81fe8010" providerId="LiveId" clId="{CBFCDB52-D4D0-4B31-BC83-21C3E666DF67}" dt="2026-02-14T11:32:09.076" v="20" actId="478"/>
          <ac:spMkLst>
            <pc:docMk/>
            <pc:sldMk cId="0" sldId="276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09.076" v="20" actId="478"/>
          <ac:spMkLst>
            <pc:docMk/>
            <pc:sldMk cId="0" sldId="276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09.076" v="20" actId="478"/>
          <ac:spMkLst>
            <pc:docMk/>
            <pc:sldMk cId="0" sldId="276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11:35.288" v="229" actId="6549"/>
          <ac:spMkLst>
            <pc:docMk/>
            <pc:sldMk cId="0" sldId="276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11:50.434" v="238" actId="6549"/>
        <pc:sldMkLst>
          <pc:docMk/>
          <pc:sldMk cId="0" sldId="277"/>
        </pc:sldMkLst>
        <pc:spChg chg="del">
          <ac:chgData name="Youngho Lee" userId="8d4cb33d81fe8010" providerId="LiveId" clId="{CBFCDB52-D4D0-4B31-BC83-21C3E666DF67}" dt="2026-02-14T11:32:10.981" v="21" actId="478"/>
          <ac:spMkLst>
            <pc:docMk/>
            <pc:sldMk cId="0" sldId="277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10.981" v="21" actId="478"/>
          <ac:spMkLst>
            <pc:docMk/>
            <pc:sldMk cId="0" sldId="277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10.981" v="21" actId="478"/>
          <ac:spMkLst>
            <pc:docMk/>
            <pc:sldMk cId="0" sldId="277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11:50.434" v="238" actId="6549"/>
          <ac:spMkLst>
            <pc:docMk/>
            <pc:sldMk cId="0" sldId="277"/>
            <ac:spMk id="11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11:32:13.049" v="22" actId="478"/>
        <pc:sldMkLst>
          <pc:docMk/>
          <pc:sldMk cId="0" sldId="278"/>
        </pc:sldMkLst>
        <pc:spChg chg="del">
          <ac:chgData name="Youngho Lee" userId="8d4cb33d81fe8010" providerId="LiveId" clId="{CBFCDB52-D4D0-4B31-BC83-21C3E666DF67}" dt="2026-02-14T11:32:13.049" v="22" actId="478"/>
          <ac:spMkLst>
            <pc:docMk/>
            <pc:sldMk cId="0" sldId="278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13.049" v="22" actId="478"/>
          <ac:spMkLst>
            <pc:docMk/>
            <pc:sldMk cId="0" sldId="278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13.049" v="22" actId="478"/>
          <ac:spMkLst>
            <pc:docMk/>
            <pc:sldMk cId="0" sldId="278"/>
            <ac:spMk id="7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11:32:15.355" v="23" actId="478"/>
        <pc:sldMkLst>
          <pc:docMk/>
          <pc:sldMk cId="0" sldId="279"/>
        </pc:sldMkLst>
        <pc:spChg chg="del">
          <ac:chgData name="Youngho Lee" userId="8d4cb33d81fe8010" providerId="LiveId" clId="{CBFCDB52-D4D0-4B31-BC83-21C3E666DF67}" dt="2026-02-14T11:32:15.355" v="23" actId="478"/>
          <ac:spMkLst>
            <pc:docMk/>
            <pc:sldMk cId="0" sldId="279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15.355" v="23" actId="478"/>
          <ac:spMkLst>
            <pc:docMk/>
            <pc:sldMk cId="0" sldId="279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15.355" v="23" actId="478"/>
          <ac:spMkLst>
            <pc:docMk/>
            <pc:sldMk cId="0" sldId="279"/>
            <ac:spMk id="7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11:32:17.155" v="24" actId="478"/>
        <pc:sldMkLst>
          <pc:docMk/>
          <pc:sldMk cId="0" sldId="280"/>
        </pc:sldMkLst>
        <pc:spChg chg="del">
          <ac:chgData name="Youngho Lee" userId="8d4cb33d81fe8010" providerId="LiveId" clId="{CBFCDB52-D4D0-4B31-BC83-21C3E666DF67}" dt="2026-02-14T11:32:17.155" v="24" actId="478"/>
          <ac:spMkLst>
            <pc:docMk/>
            <pc:sldMk cId="0" sldId="280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17.155" v="24" actId="478"/>
          <ac:spMkLst>
            <pc:docMk/>
            <pc:sldMk cId="0" sldId="280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32:17.155" v="24" actId="478"/>
          <ac:spMkLst>
            <pc:docMk/>
            <pc:sldMk cId="0" sldId="280"/>
            <ac:spMk id="7" creationId="{00000000-0000-0000-0000-000000000000}"/>
          </ac:spMkLst>
        </pc:spChg>
      </pc:sldChg>
      <pc:sldChg chg="add setBg">
        <pc:chgData name="Youngho Lee" userId="8d4cb33d81fe8010" providerId="LiveId" clId="{CBFCDB52-D4D0-4B31-BC83-21C3E666DF67}" dt="2026-02-14T22:19:16.259" v="239"/>
        <pc:sldMkLst>
          <pc:docMk/>
          <pc:sldMk cId="0" sldId="282"/>
        </pc:sldMkLst>
      </pc:sldChg>
      <pc:sldChg chg="add del setBg">
        <pc:chgData name="Youngho Lee" userId="8d4cb33d81fe8010" providerId="LiveId" clId="{CBFCDB52-D4D0-4B31-BC83-21C3E666DF67}" dt="2026-02-14T22:19:43.765" v="243"/>
        <pc:sldMkLst>
          <pc:docMk/>
          <pc:sldMk cId="0" sldId="283"/>
        </pc:sldMkLst>
      </pc:sldChg>
      <pc:sldChg chg="add setBg">
        <pc:chgData name="Youngho Lee" userId="8d4cb33d81fe8010" providerId="LiveId" clId="{CBFCDB52-D4D0-4B31-BC83-21C3E666DF67}" dt="2026-02-14T22:19:57.426" v="245"/>
        <pc:sldMkLst>
          <pc:docMk/>
          <pc:sldMk cId="0" sldId="284"/>
        </pc:sldMkLst>
      </pc:sldChg>
      <pc:sldChg chg="add setBg">
        <pc:chgData name="Youngho Lee" userId="8d4cb33d81fe8010" providerId="LiveId" clId="{CBFCDB52-D4D0-4B31-BC83-21C3E666DF67}" dt="2026-02-14T22:20:09.863" v="247"/>
        <pc:sldMkLst>
          <pc:docMk/>
          <pc:sldMk cId="0" sldId="285"/>
        </pc:sldMkLst>
      </pc:sldChg>
      <pc:sldChg chg="add setBg">
        <pc:chgData name="Youngho Lee" userId="8d4cb33d81fe8010" providerId="LiveId" clId="{CBFCDB52-D4D0-4B31-BC83-21C3E666DF67}" dt="2026-02-14T22:20:36.723" v="249"/>
        <pc:sldMkLst>
          <pc:docMk/>
          <pc:sldMk cId="0" sldId="286"/>
        </pc:sldMkLst>
      </pc:sldChg>
      <pc:sldChg chg="add setBg">
        <pc:chgData name="Youngho Lee" userId="8d4cb33d81fe8010" providerId="LiveId" clId="{CBFCDB52-D4D0-4B31-BC83-21C3E666DF67}" dt="2026-02-14T22:21:27.993" v="251"/>
        <pc:sldMkLst>
          <pc:docMk/>
          <pc:sldMk cId="0" sldId="287"/>
        </pc:sldMkLst>
      </pc:sldChg>
      <pc:sldChg chg="add del setBg">
        <pc:chgData name="Youngho Lee" userId="8d4cb33d81fe8010" providerId="LiveId" clId="{CBFCDB52-D4D0-4B31-BC83-21C3E666DF67}" dt="2026-02-14T22:23:06.454" v="259"/>
        <pc:sldMkLst>
          <pc:docMk/>
          <pc:sldMk cId="0" sldId="288"/>
        </pc:sldMkLst>
      </pc:sldChg>
      <pc:sldChg chg="add setBg">
        <pc:chgData name="Youngho Lee" userId="8d4cb33d81fe8010" providerId="LiveId" clId="{CBFCDB52-D4D0-4B31-BC83-21C3E666DF67}" dt="2026-02-14T22:23:21.418" v="261"/>
        <pc:sldMkLst>
          <pc:docMk/>
          <pc:sldMk cId="0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007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AI_Programming_with_AI_Week13.pptx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AI_Programming_with_AI_Week13.pptx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AI_Programming_with_AI_Week13.pptx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AI_Programming_with_AI_Week13.pptx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AI_Programming_with_AI_Week13.pptx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AI_Programming_with_AI_Week13.pptx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AI_Programming_with_AI_Week13.pptx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AI_Programming_with_AI_Week13.pptx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897112" y="3931920"/>
            <a:ext cx="3840480" cy="3840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800" b="1">
                <a:solidFill>
                  <a:srgbClr val="D1FAE5"/>
                </a:solidFill>
                <a:latin typeface="Malgun Gothic"/>
              </a:rPr>
              <a:t>Week 13. 쓰레드 &amp; 미니게임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>
                <a:solidFill>
                  <a:srgbClr val="E2E8F0"/>
                </a:solidFill>
                <a:latin typeface="Malgun Gothic"/>
              </a:rPr>
              <a:t>threading 기초 + 동시성으로 게임 개선하기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동시성(concurrency)과 쓰레드(thread)의 기본 개념을 이해한다.</a:t>
            </a: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threading.Thread로 쓰레드를 생성/실행(start)하고 join으로 동기화할 수 있다.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간단한 미니게임에 타이머/애니메이션 등 ‘동시 실행’ 요소를 적용한다.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동시성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vs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병렬성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개념</a:t>
            </a:r>
            <a:endParaRPr lang="en-US" sz="22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threading.Thread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기본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(start/join)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공유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데이터와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경쟁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상태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(race condition)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0F172A"/>
                </a:solidFill>
                <a:latin typeface="Malgun Gothic"/>
              </a:rPr>
              <a:t>Lock/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Queue로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안전하게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통신하기</a:t>
            </a:r>
            <a:endParaRPr sz="2200" dirty="0">
              <a:solidFill>
                <a:srgbClr val="0F172A"/>
              </a:solidFill>
              <a:latin typeface="Malgun Gothic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미니게임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설계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+ With AI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실습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+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퀴즈</a:t>
            </a:r>
            <a:endParaRPr sz="220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13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63898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63898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27797" y="6656832"/>
            <a:ext cx="406389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27797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 동기 실행의 문제: sleep이 전체를 멈춘다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그대로 실행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sleep 동안 입력이 “안 나오는” 느낌 확인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게임/GUI에서 문제가 되는지 말로 설명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동안 아무 것도 못 하고 기다린 뒤에야 입력을 받는다.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 import time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 print('시작')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 time.sleep(3)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 x = input('입력: ')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 print('끝', x)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동시성(Concurrency) vs 병렬성(Parallelism)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Consolas"/>
              </a:rPr>
              <a:t> 1 # </a:t>
            </a:r>
            <a:r>
              <a:rPr dirty="0" err="1">
                <a:solidFill>
                  <a:schemeClr val="bg1"/>
                </a:solidFill>
                <a:latin typeface="Consolas"/>
              </a:rPr>
              <a:t>동시성</a:t>
            </a:r>
            <a:r>
              <a:rPr dirty="0">
                <a:solidFill>
                  <a:schemeClr val="bg1"/>
                </a:solidFill>
                <a:latin typeface="Consolas"/>
              </a:rPr>
              <a:t>: </a:t>
            </a:r>
            <a:r>
              <a:rPr dirty="0" err="1">
                <a:solidFill>
                  <a:schemeClr val="bg1"/>
                </a:solidFill>
                <a:latin typeface="Consolas"/>
              </a:rPr>
              <a:t>번갈아가며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처리</a:t>
            </a:r>
            <a:r>
              <a:rPr dirty="0">
                <a:solidFill>
                  <a:schemeClr val="bg1"/>
                </a:solidFill>
                <a:latin typeface="Consolas"/>
              </a:rPr>
              <a:t>(</a:t>
            </a:r>
            <a:r>
              <a:rPr dirty="0" err="1">
                <a:solidFill>
                  <a:schemeClr val="bg1"/>
                </a:solidFill>
                <a:latin typeface="Consolas"/>
              </a:rPr>
              <a:t>논리적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동시에</a:t>
            </a:r>
            <a:r>
              <a:rPr dirty="0">
                <a:solidFill>
                  <a:schemeClr val="bg1"/>
                </a:solidFill>
                <a:latin typeface="Consolas"/>
              </a:rPr>
              <a:t>)
 2 # </a:t>
            </a:r>
            <a:r>
              <a:rPr dirty="0" err="1">
                <a:solidFill>
                  <a:schemeClr val="bg1"/>
                </a:solidFill>
                <a:latin typeface="Consolas"/>
              </a:rPr>
              <a:t>병렬성</a:t>
            </a:r>
            <a:r>
              <a:rPr dirty="0">
                <a:solidFill>
                  <a:schemeClr val="bg1"/>
                </a:solidFill>
                <a:latin typeface="Consolas"/>
              </a:rPr>
              <a:t>: </a:t>
            </a:r>
            <a:r>
              <a:rPr dirty="0" err="1">
                <a:solidFill>
                  <a:schemeClr val="bg1"/>
                </a:solidFill>
                <a:latin typeface="Consolas"/>
              </a:rPr>
              <a:t>실제로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동시에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처리</a:t>
            </a:r>
            <a:r>
              <a:rPr dirty="0">
                <a:solidFill>
                  <a:schemeClr val="bg1"/>
                </a:solidFill>
                <a:latin typeface="Consolas"/>
              </a:rPr>
              <a:t>(</a:t>
            </a:r>
            <a:r>
              <a:rPr dirty="0" err="1">
                <a:solidFill>
                  <a:schemeClr val="bg1"/>
                </a:solidFill>
                <a:latin typeface="Consolas"/>
              </a:rPr>
              <a:t>멀티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코어</a:t>
            </a:r>
            <a:r>
              <a:rPr dirty="0">
                <a:solidFill>
                  <a:schemeClr val="bg1"/>
                </a:solidFill>
                <a:latin typeface="Consolas"/>
              </a:rPr>
              <a:t>)
 3 # </a:t>
            </a:r>
            <a:r>
              <a:rPr dirty="0" err="1">
                <a:solidFill>
                  <a:schemeClr val="bg1"/>
                </a:solidFill>
                <a:latin typeface="Consolas"/>
              </a:rPr>
              <a:t>파이썬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thread는</a:t>
            </a:r>
            <a:r>
              <a:rPr dirty="0">
                <a:solidFill>
                  <a:schemeClr val="bg1"/>
                </a:solidFill>
                <a:latin typeface="Consolas"/>
              </a:rPr>
              <a:t> I/O </a:t>
            </a:r>
            <a:r>
              <a:rPr dirty="0" err="1">
                <a:solidFill>
                  <a:schemeClr val="bg1"/>
                </a:solidFill>
                <a:latin typeface="Consolas"/>
              </a:rPr>
              <a:t>작업에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특히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유용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I/O(입출력) 대기 중에도 다른 일을 할 수 있다.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CPU 계산을 ‘진짜 병렬’로 만들려면 다른 접근이 필요할 수 있다.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오늘은 threading의 기초 사용법에 집중한다.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13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63898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63898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27797" y="6656832"/>
            <a:ext cx="406389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27797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2. threading.Thread 기본(start/join)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work() 함수를 만든다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Thread(target=work) 생성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start() 후 join()으로 종료 기다림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작업이 출력된 뒤 “메인 종료”가 출력된다(순서 확인).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 import threading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 def work():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     print('작업')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 t = threading.Thread(target=work)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 t.start()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 t.join()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 print('메인 종료')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13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63898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63898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27797" y="6656832"/>
            <a:ext cx="406389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27797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 daemon 쓰레드(메인이 끝나면 같이 종료)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daemon=True 옵션을 준다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프로그램이 끝나면 쓰레드도 종료됨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저장 작업은 daemon으로 두지 않기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tick이 몇 번 출력된 뒤, “메인 끝”이 출력되며 프로그램이 종료된다.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1 import threading, time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2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3 def bg():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4     while True: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5         print('tick')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6         time.sleep(0.5)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7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8 t = threading.Thread(target=bg, daemon=True)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9 t.start()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 time.sleep(2)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 print('메인 끝')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13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63898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63898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27797" y="6656832"/>
            <a:ext cx="406389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27797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4. race condition 재현(공유 변수)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여러 번 실행해 본다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count가 기대보다 작게 나올 수 있음 확인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그런지(원자성/순서) 설명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실행마다 결과가 달라지거나(특히 작게) 200000이 아닐 수 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1 import threading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2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3 count = 0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4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5 def inc():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6     global count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7     for _ in range(100000):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8         count += 1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9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 threads = [threading.Thread(target=inc) for _ in range(2)]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 [t.start() for t in threads]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12 [t.join() for t in threads]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 print('count =', count)  # 기대: 200000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13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63898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63898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27797" y="6656832"/>
            <a:ext cx="406389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27797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5. Lock으로 임계구역 보호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Lock을 1개 만든다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lock: 안에서만 count 수정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실행해서 200000이 안정적으로 나오는지 확인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count가 200000으로 나온다(재현 가능).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1 import threading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2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3 count = 0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4 lock = threading.Lock()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5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6 def inc():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7     global count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8     for _ in range(100000):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9         with lock: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             count += 1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12 threads = [threading.Thread(target=inc) for _ in range(2)]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 [t.start() for t in threads]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14 [t.join() for t in threads]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15 print('count =', count)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13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63898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63898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27797" y="6656832"/>
            <a:ext cx="406389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27797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6. Queue로 안전한 통신(생산자-소비자)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쓰레드가 q.put()로 결과 전달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메인이 q.get()으로 받기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변수 직접 수정 대신 “메시지”로 전달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메인에서 받은 메시지: done 이 출력된다.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1 import threading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2 from queue import Queue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3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4 q = Queue()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5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6 def worker():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7     # 어떤 계산 결과를 만든다고 가정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8     q.put('done')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9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 t = threading.Thread(target=worker)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 t.start()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12 msg = q.get()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 t.join()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14 print('메인에서 받은 메시지:', msg)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Timer/주기 작업: threading.Timer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Consolas"/>
              </a:rPr>
              <a:t> import threading
 def say():
     print('tick')
 t = </a:t>
            </a:r>
            <a:r>
              <a:rPr dirty="0" err="1">
                <a:solidFill>
                  <a:schemeClr val="bg1"/>
                </a:solidFill>
                <a:latin typeface="Consolas"/>
              </a:rPr>
              <a:t>threading.Timer</a:t>
            </a:r>
            <a:r>
              <a:rPr dirty="0">
                <a:solidFill>
                  <a:schemeClr val="bg1"/>
                </a:solidFill>
                <a:latin typeface="Consolas"/>
              </a:rPr>
              <a:t>(1.0, say)
 </a:t>
            </a:r>
            <a:r>
              <a:rPr dirty="0" err="1">
                <a:solidFill>
                  <a:schemeClr val="bg1"/>
                </a:solidFill>
                <a:latin typeface="Consolas"/>
              </a:rPr>
              <a:t>t.start</a:t>
            </a:r>
            <a:r>
              <a:rPr dirty="0">
                <a:solidFill>
                  <a:schemeClr val="bg1"/>
                </a:solidFill>
                <a:latin typeface="Consolas"/>
              </a:rPr>
              <a:t>()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일정 시간 뒤 함수 실행(1회)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반복 타이머는 루프+sleep 또는 스케줄링 필요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미니게임에서 제한 시간 구현에 응용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13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63898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63898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27797" y="6656832"/>
            <a:ext cx="406389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27797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7. Event로 종료 신호 보내기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evt = threading.Event() 만들기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쓰레드에서 evt.is_set()로 확인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메인에서 evt.set()으로 종료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tick이 몇 번 출력된 뒤 “종료”가 출력되고 깔끔히 끝난다.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1 import threading, time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2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3 evt = threading.Event()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4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5 def ticker():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6     while not evt.is_set():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7         print('tick')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8         time.sleep(0.5)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9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 t = threading.Thread(target=ticker)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 t.start()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12 time.sleep(2)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 evt.set()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14 t.join()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15 print('종료')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예제: 로딩 스피너(백그라운드)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sz="1600" dirty="0">
                <a:solidFill>
                  <a:schemeClr val="bg1"/>
                </a:solidFill>
                <a:latin typeface="Consolas"/>
              </a:rPr>
              <a:t> import threading, time
 running = True
 def spinner():
     while running:
         print('.', end='', flush=True)
         </a:t>
            </a:r>
            <a:r>
              <a:rPr sz="1600" dirty="0" err="1">
                <a:solidFill>
                  <a:schemeClr val="bg1"/>
                </a:solidFill>
                <a:latin typeface="Consolas"/>
              </a:rPr>
              <a:t>time.sleep</a:t>
            </a:r>
            <a:r>
              <a:rPr sz="1600" dirty="0">
                <a:solidFill>
                  <a:schemeClr val="bg1"/>
                </a:solidFill>
                <a:latin typeface="Consolas"/>
              </a:rPr>
              <a:t>(0.2)
 t = </a:t>
            </a:r>
            <a:r>
              <a:rPr sz="1600" dirty="0" err="1">
                <a:solidFill>
                  <a:schemeClr val="bg1"/>
                </a:solidFill>
                <a:latin typeface="Consolas"/>
              </a:rPr>
              <a:t>threading.Thread</a:t>
            </a:r>
            <a:r>
              <a:rPr sz="1600" dirty="0">
                <a:solidFill>
                  <a:schemeClr val="bg1"/>
                </a:solidFill>
                <a:latin typeface="Consolas"/>
              </a:rPr>
              <a:t>(target=spinner, daemon=True)
 </a:t>
            </a:r>
            <a:r>
              <a:rPr sz="1600" dirty="0" err="1">
                <a:solidFill>
                  <a:schemeClr val="bg1"/>
                </a:solidFill>
                <a:latin typeface="Consolas"/>
              </a:rPr>
              <a:t>t.start</a:t>
            </a:r>
            <a:r>
              <a:rPr sz="1600" dirty="0">
                <a:solidFill>
                  <a:schemeClr val="bg1"/>
                </a:solidFill>
                <a:latin typeface="Consolas"/>
              </a:rPr>
              <a:t>()
 # ... </a:t>
            </a:r>
            <a:r>
              <a:rPr sz="1600" dirty="0" err="1">
                <a:solidFill>
                  <a:schemeClr val="bg1"/>
                </a:solidFill>
                <a:latin typeface="Consolas"/>
              </a:rPr>
              <a:t>메인</a:t>
            </a:r>
            <a:r>
              <a:rPr sz="1600" dirty="0">
                <a:solidFill>
                  <a:schemeClr val="bg1"/>
                </a:solidFill>
                <a:latin typeface="Consolas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Consolas"/>
              </a:rPr>
              <a:t>작업</a:t>
            </a:r>
            <a:r>
              <a:rPr sz="1600" dirty="0">
                <a:solidFill>
                  <a:schemeClr val="bg1"/>
                </a:solidFill>
                <a:latin typeface="Consolas"/>
              </a:rPr>
              <a:t> ...
</a:t>
            </a:r>
            <a:r>
              <a:rPr lang="en-US" sz="1600" dirty="0">
                <a:solidFill>
                  <a:schemeClr val="bg1"/>
                </a:solidFill>
                <a:latin typeface="Consolas"/>
              </a:rPr>
              <a:t> </a:t>
            </a:r>
            <a:r>
              <a:rPr sz="1600" dirty="0">
                <a:solidFill>
                  <a:schemeClr val="bg1"/>
                </a:solidFill>
                <a:latin typeface="Consolas"/>
              </a:rPr>
              <a:t>running = False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메인 작업이 진행되는 동안 UI 효과를 줄 수 있다.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공유 변수(running) 변경 시 타이밍 문제 주의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실전에서는 Lock/Event로 더 안전하게 제어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13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63898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63898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27797" y="6656832"/>
            <a:ext cx="406389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27797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8. Mini-game 스켈레톤: 5초 제한 입력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타이머 쓰레드를 daemon으로 시작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timeout 플래그(또는 Event)로 시간 초과 판단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후 결과 출력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 안에 입력하면 “입력 성공”, 늦으면 “시간 초과!”가 출력된다.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1 import threading, time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2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3 timeout = False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4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5 def timer():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6     global timeout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7     time.sleep(5)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8     timeout = True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9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 threading.Thread(target=timer, daemon=True).start()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 ans = input('5초 안에 입력: ')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12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 if timeout: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14     print('시간 초과!')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15 else: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16     print('입력 성공:', ans)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게임 설계: 상태(State)로 생각하기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Consolas"/>
              </a:rPr>
              <a:t> # </a:t>
            </a:r>
            <a:r>
              <a:rPr dirty="0" err="1">
                <a:solidFill>
                  <a:schemeClr val="bg1"/>
                </a:solidFill>
                <a:latin typeface="Consolas"/>
              </a:rPr>
              <a:t>상태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예시</a:t>
            </a:r>
            <a:r>
              <a:rPr dirty="0">
                <a:solidFill>
                  <a:schemeClr val="bg1"/>
                </a:solidFill>
                <a:latin typeface="Consolas"/>
              </a:rPr>
              <a:t>
 READY -&gt; WAITING -&gt; GO -&gt; DONE
 # </a:t>
            </a:r>
            <a:r>
              <a:rPr dirty="0" err="1">
                <a:solidFill>
                  <a:schemeClr val="bg1"/>
                </a:solidFill>
                <a:latin typeface="Consolas"/>
              </a:rPr>
              <a:t>이벤트</a:t>
            </a:r>
            <a:r>
              <a:rPr dirty="0">
                <a:solidFill>
                  <a:schemeClr val="bg1"/>
                </a:solidFill>
                <a:latin typeface="Consolas"/>
              </a:rPr>
              <a:t>: timer </a:t>
            </a:r>
            <a:r>
              <a:rPr dirty="0" err="1">
                <a:solidFill>
                  <a:schemeClr val="bg1"/>
                </a:solidFill>
                <a:latin typeface="Consolas"/>
              </a:rPr>
              <a:t>완료</a:t>
            </a:r>
            <a:r>
              <a:rPr dirty="0">
                <a:solidFill>
                  <a:schemeClr val="bg1"/>
                </a:solidFill>
                <a:latin typeface="Consolas"/>
              </a:rPr>
              <a:t>, </a:t>
            </a:r>
            <a:r>
              <a:rPr dirty="0" err="1">
                <a:solidFill>
                  <a:schemeClr val="bg1"/>
                </a:solidFill>
                <a:latin typeface="Consolas"/>
              </a:rPr>
              <a:t>사용자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입력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복잡한 프로그램은 상태로 나누면 깔끔해진다.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쓰레드는 상태 전환 이벤트를 발생시키는 역할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AI에게: 상태 다이어그램을 글로 설명하게 해보자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안전한 설계 팁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Consolas"/>
              </a:rPr>
              <a:t> # 1) </a:t>
            </a:r>
            <a:r>
              <a:rPr dirty="0" err="1">
                <a:solidFill>
                  <a:schemeClr val="bg1"/>
                </a:solidFill>
                <a:latin typeface="Consolas"/>
              </a:rPr>
              <a:t>공유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변수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최소화</a:t>
            </a:r>
            <a:r>
              <a:rPr dirty="0">
                <a:solidFill>
                  <a:schemeClr val="bg1"/>
                </a:solidFill>
                <a:latin typeface="Consolas"/>
              </a:rPr>
              <a:t>
 # 2) </a:t>
            </a:r>
            <a:r>
              <a:rPr dirty="0" err="1">
                <a:solidFill>
                  <a:schemeClr val="bg1"/>
                </a:solidFill>
                <a:latin typeface="Consolas"/>
              </a:rPr>
              <a:t>공유</a:t>
            </a:r>
            <a:r>
              <a:rPr dirty="0">
                <a:solidFill>
                  <a:schemeClr val="bg1"/>
                </a:solidFill>
                <a:latin typeface="Consolas"/>
              </a:rPr>
              <a:t> 시 Lock/Event/Queue </a:t>
            </a:r>
            <a:r>
              <a:rPr dirty="0" err="1">
                <a:solidFill>
                  <a:schemeClr val="bg1"/>
                </a:solidFill>
                <a:latin typeface="Consolas"/>
              </a:rPr>
              <a:t>사용</a:t>
            </a:r>
            <a:r>
              <a:rPr dirty="0">
                <a:solidFill>
                  <a:schemeClr val="bg1"/>
                </a:solidFill>
                <a:latin typeface="Consolas"/>
              </a:rPr>
              <a:t>
 # 3) </a:t>
            </a:r>
            <a:r>
              <a:rPr dirty="0" err="1">
                <a:solidFill>
                  <a:schemeClr val="bg1"/>
                </a:solidFill>
                <a:latin typeface="Consolas"/>
              </a:rPr>
              <a:t>출력</a:t>
            </a:r>
            <a:r>
              <a:rPr dirty="0">
                <a:solidFill>
                  <a:schemeClr val="bg1"/>
                </a:solidFill>
                <a:latin typeface="Consolas"/>
              </a:rPr>
              <a:t>/</a:t>
            </a:r>
            <a:r>
              <a:rPr dirty="0" err="1">
                <a:solidFill>
                  <a:schemeClr val="bg1"/>
                </a:solidFill>
                <a:latin typeface="Consolas"/>
              </a:rPr>
              <a:t>입력은</a:t>
            </a:r>
            <a:r>
              <a:rPr dirty="0">
                <a:solidFill>
                  <a:schemeClr val="bg1"/>
                </a:solidFill>
                <a:latin typeface="Consolas"/>
              </a:rPr>
              <a:t> 한 </a:t>
            </a:r>
            <a:r>
              <a:rPr dirty="0" err="1">
                <a:solidFill>
                  <a:schemeClr val="bg1"/>
                </a:solidFill>
                <a:latin typeface="Consolas"/>
              </a:rPr>
              <a:t>곳에서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관리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race condition은 재현이 어려워 디버깅이 힘들다.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Queue 기반 메시지 전달이 실무에서 많이 쓰인다.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오늘 실습에서는 ‘단순한 구조’로 안전하게 구현하는 게 목표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쓰레드 디버깅 팁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Consolas"/>
              </a:rPr>
              <a:t>  • </a:t>
            </a:r>
            <a:r>
              <a:rPr dirty="0" err="1">
                <a:solidFill>
                  <a:schemeClr val="bg1"/>
                </a:solidFill>
                <a:latin typeface="Consolas"/>
              </a:rPr>
              <a:t>로그를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남겨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흐름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확인</a:t>
            </a:r>
            <a:r>
              <a:rPr dirty="0">
                <a:solidFill>
                  <a:schemeClr val="bg1"/>
                </a:solidFill>
                <a:latin typeface="Consolas"/>
              </a:rPr>
              <a:t>
  • </a:t>
            </a:r>
            <a:r>
              <a:rPr dirty="0" err="1">
                <a:solidFill>
                  <a:schemeClr val="bg1"/>
                </a:solidFill>
                <a:latin typeface="Consolas"/>
              </a:rPr>
              <a:t>join으로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종료를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보장</a:t>
            </a:r>
            <a:r>
              <a:rPr dirty="0">
                <a:solidFill>
                  <a:schemeClr val="bg1"/>
                </a:solidFill>
                <a:latin typeface="Consolas"/>
              </a:rPr>
              <a:t>
  • </a:t>
            </a:r>
            <a:r>
              <a:rPr dirty="0" err="1">
                <a:solidFill>
                  <a:schemeClr val="bg1"/>
                </a:solidFill>
                <a:latin typeface="Consolas"/>
              </a:rPr>
              <a:t>데드락</a:t>
            </a:r>
            <a:r>
              <a:rPr dirty="0">
                <a:solidFill>
                  <a:schemeClr val="bg1"/>
                </a:solidFill>
                <a:latin typeface="Consolas"/>
              </a:rPr>
              <a:t>(</a:t>
            </a:r>
            <a:r>
              <a:rPr dirty="0" err="1">
                <a:solidFill>
                  <a:schemeClr val="bg1"/>
                </a:solidFill>
                <a:latin typeface="Consolas"/>
              </a:rPr>
              <a:t>서로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기다림</a:t>
            </a:r>
            <a:r>
              <a:rPr dirty="0">
                <a:solidFill>
                  <a:schemeClr val="bg1"/>
                </a:solidFill>
                <a:latin typeface="Consolas"/>
              </a:rPr>
              <a:t>) </a:t>
            </a:r>
            <a:r>
              <a:rPr dirty="0" err="1">
                <a:solidFill>
                  <a:schemeClr val="bg1"/>
                </a:solidFill>
                <a:latin typeface="Consolas"/>
              </a:rPr>
              <a:t>주의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문제가 생기면 ‘언제 어떤 순서로 실행됐는지’가 핵심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print 대신 logging을 쓰면 더 좋지만, 오늘은 개념만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AI에게: 재현 방법 + 최소 코드로 줄여달라고 요청 가능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미니게임 스켈레톤: 제한 시간 퀴즈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Consolas"/>
              </a:rPr>
              <a:t> import threading, time
 timeout = False
 def timer():
     global timeout
     </a:t>
            </a:r>
            <a:r>
              <a:rPr dirty="0" err="1">
                <a:solidFill>
                  <a:schemeClr val="bg1"/>
                </a:solidFill>
                <a:latin typeface="Consolas"/>
              </a:rPr>
              <a:t>time.sleep</a:t>
            </a:r>
            <a:r>
              <a:rPr dirty="0">
                <a:solidFill>
                  <a:schemeClr val="bg1"/>
                </a:solidFill>
                <a:latin typeface="Consolas"/>
              </a:rPr>
              <a:t>(5)
     timeout = True
 </a:t>
            </a:r>
            <a:r>
              <a:rPr dirty="0" err="1">
                <a:solidFill>
                  <a:schemeClr val="bg1"/>
                </a:solidFill>
                <a:latin typeface="Consolas"/>
              </a:rPr>
              <a:t>threading.Thread</a:t>
            </a:r>
            <a:r>
              <a:rPr dirty="0">
                <a:solidFill>
                  <a:schemeClr val="bg1"/>
                </a:solidFill>
                <a:latin typeface="Consolas"/>
              </a:rPr>
              <a:t>(target=timer, daemon=True).start()
 </a:t>
            </a:r>
            <a:r>
              <a:rPr dirty="0" err="1">
                <a:solidFill>
                  <a:schemeClr val="bg1"/>
                </a:solidFill>
                <a:latin typeface="Consolas"/>
              </a:rPr>
              <a:t>ans</a:t>
            </a:r>
            <a:r>
              <a:rPr dirty="0">
                <a:solidFill>
                  <a:schemeClr val="bg1"/>
                </a:solidFill>
                <a:latin typeface="Consolas"/>
              </a:rPr>
              <a:t> = input('5초 </a:t>
            </a:r>
            <a:r>
              <a:rPr dirty="0" err="1">
                <a:solidFill>
                  <a:schemeClr val="bg1"/>
                </a:solidFill>
                <a:latin typeface="Consolas"/>
              </a:rPr>
              <a:t>안에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입력</a:t>
            </a:r>
            <a:r>
              <a:rPr dirty="0">
                <a:solidFill>
                  <a:schemeClr val="bg1"/>
                </a:solidFill>
                <a:latin typeface="Consolas"/>
              </a:rPr>
              <a:t>: ')
</a:t>
            </a:r>
            <a:r>
              <a:rPr lang="en-US"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>
                <a:solidFill>
                  <a:schemeClr val="bg1"/>
                </a:solidFill>
                <a:latin typeface="Consolas"/>
              </a:rPr>
              <a:t>if timeout:
     print('</a:t>
            </a:r>
            <a:r>
              <a:rPr dirty="0" err="1">
                <a:solidFill>
                  <a:schemeClr val="bg1"/>
                </a:solidFill>
                <a:latin typeface="Consolas"/>
              </a:rPr>
              <a:t>시간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초과</a:t>
            </a:r>
            <a:r>
              <a:rPr dirty="0">
                <a:solidFill>
                  <a:schemeClr val="bg1"/>
                </a:solidFill>
                <a:latin typeface="Consolas"/>
              </a:rPr>
              <a:t>!')
 else:
     print('</a:t>
            </a:r>
            <a:r>
              <a:rPr dirty="0" err="1">
                <a:solidFill>
                  <a:schemeClr val="bg1"/>
                </a:solidFill>
                <a:latin typeface="Consolas"/>
              </a:rPr>
              <a:t>입력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성공</a:t>
            </a:r>
            <a:r>
              <a:rPr dirty="0">
                <a:solidFill>
                  <a:schemeClr val="bg1"/>
                </a:solidFill>
                <a:latin typeface="Consolas"/>
              </a:rPr>
              <a:t>')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입력 대기 중에도 timer 쓰레드가 돌아간다.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timeout 공유 변수 → Event로 바꾸면 더 안전(선택)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With AI: ‘timeout 경쟁 상태’ 가능성을 분석해보게 하자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쓰레드 코드 생성 프롬프트 템플릿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역할: 너는 파이썬 동시성 전문가다.</a:t>
            </a: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목표: (미니게임/타이머/로딩) 기능을 쓰레드로 구현하고 싶다.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조건: 공유 데이터는 최소화하고, 필요하면 Lock/Event/Queue를 사용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요청: (1) 설계 설명(상태/흐름) (2) 코드 (3) 테스트 시나리오 (4) 위험 요소(race) 점검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추가: 내 코드가 있으면 버그 재현과 수정안을 제시해줘.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1: 백그라운드 타이머 만들기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문제: 1초마다 'tick'을 출력하는 쓰레드를 만들고, 5초 후 종료하라.</a:t>
            </a: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힌트: daemon 또는 Event 사용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제출: 코드 + 동작 설명 3문장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With AI 팁: ‘종료 방식(플래그/이벤트)’을 비교해보자.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2: 디버깅 — 경쟁 상태 재현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sz="1600" dirty="0">
                <a:solidFill>
                  <a:schemeClr val="bg1"/>
                </a:solidFill>
                <a:latin typeface="Consolas"/>
              </a:rPr>
              <a:t> import threading
 count = 0
 def </a:t>
            </a:r>
            <a:r>
              <a:rPr sz="1600" dirty="0" err="1">
                <a:solidFill>
                  <a:schemeClr val="bg1"/>
                </a:solidFill>
                <a:latin typeface="Consolas"/>
              </a:rPr>
              <a:t>inc</a:t>
            </a:r>
            <a:r>
              <a:rPr sz="1600" dirty="0">
                <a:solidFill>
                  <a:schemeClr val="bg1"/>
                </a:solidFill>
                <a:latin typeface="Consolas"/>
              </a:rPr>
              <a:t>():
     global count
     for _ in range(100000):
         count += 1
 threads = [</a:t>
            </a:r>
            <a:r>
              <a:rPr sz="1600" dirty="0" err="1">
                <a:solidFill>
                  <a:schemeClr val="bg1"/>
                </a:solidFill>
                <a:latin typeface="Consolas"/>
              </a:rPr>
              <a:t>threading.Thread</a:t>
            </a:r>
            <a:r>
              <a:rPr sz="1600" dirty="0">
                <a:solidFill>
                  <a:schemeClr val="bg1"/>
                </a:solidFill>
                <a:latin typeface="Consolas"/>
              </a:rPr>
              <a:t>(target=</a:t>
            </a:r>
            <a:r>
              <a:rPr sz="1600" dirty="0" err="1">
                <a:solidFill>
                  <a:schemeClr val="bg1"/>
                </a:solidFill>
                <a:latin typeface="Consolas"/>
              </a:rPr>
              <a:t>inc</a:t>
            </a:r>
            <a:r>
              <a:rPr sz="1600" dirty="0">
                <a:solidFill>
                  <a:schemeClr val="bg1"/>
                </a:solidFill>
                <a:latin typeface="Consolas"/>
              </a:rPr>
              <a:t>) for _ in range(2)]
 [</a:t>
            </a:r>
            <a:r>
              <a:rPr sz="1600" dirty="0" err="1">
                <a:solidFill>
                  <a:schemeClr val="bg1"/>
                </a:solidFill>
                <a:latin typeface="Consolas"/>
              </a:rPr>
              <a:t>t.start</a:t>
            </a:r>
            <a:r>
              <a:rPr sz="1600" dirty="0">
                <a:solidFill>
                  <a:schemeClr val="bg1"/>
                </a:solidFill>
                <a:latin typeface="Consolas"/>
              </a:rPr>
              <a:t>() for t in threads]
 [</a:t>
            </a:r>
            <a:r>
              <a:rPr sz="1600" dirty="0" err="1">
                <a:solidFill>
                  <a:schemeClr val="bg1"/>
                </a:solidFill>
                <a:latin typeface="Consolas"/>
              </a:rPr>
              <a:t>t.join</a:t>
            </a:r>
            <a:r>
              <a:rPr sz="1600" dirty="0">
                <a:solidFill>
                  <a:schemeClr val="bg1"/>
                </a:solidFill>
                <a:latin typeface="Consolas"/>
              </a:rPr>
              <a:t>() for t in threads]
 print(count)  # </a:t>
            </a:r>
            <a:r>
              <a:rPr sz="1600" dirty="0" err="1">
                <a:solidFill>
                  <a:schemeClr val="bg1"/>
                </a:solidFill>
                <a:latin typeface="Consolas"/>
              </a:rPr>
              <a:t>기대</a:t>
            </a:r>
            <a:r>
              <a:rPr sz="1600" dirty="0">
                <a:solidFill>
                  <a:schemeClr val="bg1"/>
                </a:solidFill>
                <a:latin typeface="Consolas"/>
              </a:rPr>
              <a:t>: 200000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결과가 200000보다 작게 나올 수 있다(race).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Lock을 적용해 값이 안정적으로 나오는지 확인하라.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AI에게: 왜 이런 현상이 생기는지(원자성) 설명 요청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3: 리팩터링 — Queue로 안전하게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Consolas"/>
              </a:rPr>
              <a:t> from queue import Queue
 # TODO: </a:t>
            </a:r>
            <a:r>
              <a:rPr dirty="0" err="1">
                <a:solidFill>
                  <a:schemeClr val="bg1"/>
                </a:solidFill>
                <a:latin typeface="Consolas"/>
              </a:rPr>
              <a:t>작업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쓰레드가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결과를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Queue에</a:t>
            </a:r>
            <a:r>
              <a:rPr dirty="0">
                <a:solidFill>
                  <a:schemeClr val="bg1"/>
                </a:solidFill>
                <a:latin typeface="Consolas"/>
              </a:rPr>
              <a:t> put
</a:t>
            </a:r>
            <a:r>
              <a:rPr>
                <a:solidFill>
                  <a:schemeClr val="bg1"/>
                </a:solidFill>
                <a:latin typeface="Consolas"/>
              </a:rPr>
              <a:t> # </a:t>
            </a:r>
            <a:r>
              <a:rPr dirty="0" err="1">
                <a:solidFill>
                  <a:schemeClr val="bg1"/>
                </a:solidFill>
                <a:latin typeface="Consolas"/>
              </a:rPr>
              <a:t>메인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쓰레드가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get해서</a:t>
            </a:r>
            <a:r>
              <a:rPr dirty="0">
                <a:solidFill>
                  <a:schemeClr val="bg1"/>
                </a:solidFill>
                <a:latin typeface="Consolas"/>
              </a:rPr>
              <a:t> </a:t>
            </a:r>
            <a:r>
              <a:rPr dirty="0" err="1">
                <a:solidFill>
                  <a:schemeClr val="bg1"/>
                </a:solidFill>
                <a:latin typeface="Consolas"/>
              </a:rPr>
              <a:t>출력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공유 변수를 직접 수정하는 대신 메시지로 전달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구조가 명확해지고 디버깅이 쉬워진다.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AI에게: 생산자-소비자 구조를 코드로 만들어달라고 요청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연습문제(쓰레드)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1) 쓰레드 2개를 만들어 각각 다른 문장을 출력하라.</a:t>
            </a: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2) join을 사용해 메인에서 종료를 기다려라.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3) Lock을 사용해 공유 변수(count) 증가를 안전하게 만들어라.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4) Queue를 사용해 쓰레드가 만든 결과를 메인으로 전달하라.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퀴즈(5문항)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문항</a:t>
            </a: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1) start()의 역할은?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   A. 쓰레드 객체 생성  B. 쓰레드 실행 시작  C. 종료 대기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2) join()의 역할은?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   A. 실행 시작  B. 결과 출력  C. 종료까지 기다림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3) race condition이란?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   A. 속도 경주  B. 실행 순서에 따라 결과가 달라짐  C. 문법 오류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4) 공유 자원을 보호하는 도구는?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   A. Lock  B. sort  C. split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5) Queue의 장점은?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   A. 자동 정렬  B. thread-safe 통신  C. 파일 저장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요약 &amp; 다음 주 예고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오늘의 핵심</a:t>
            </a: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• threading.Thread: start/join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• 공유 데이터는 race condition 위험 → Lock/Event/Queue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• 미니게임에 타이머/효과를 추가해 ‘동시 실행’ 경험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0F172A"/>
              </a:solidFill>
              <a:latin typeface="Malgun Gothic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다음 주(Week 14): 개인별 창의적 프로그램 과제 발표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2504</Words>
  <Application>Microsoft Office PowerPoint</Application>
  <PresentationFormat>와이드스크린</PresentationFormat>
  <Paragraphs>370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Liberation Mono</vt:lpstr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이영호</cp:lastModifiedBy>
  <cp:revision>2</cp:revision>
  <dcterms:created xsi:type="dcterms:W3CDTF">2026-01-25T10:45:24Z</dcterms:created>
  <dcterms:modified xsi:type="dcterms:W3CDTF">2026-02-14T22:23:52Z</dcterms:modified>
</cp:coreProperties>
</file>