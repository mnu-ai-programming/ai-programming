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3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708" y="50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ngho Lee" userId="8d4cb33d81fe8010" providerId="LiveId" clId="{95971DB8-E339-4B32-80CF-0D8F9D8B87F2}"/>
    <pc:docChg chg="custSel modSld">
      <pc:chgData name="Youngho Lee" userId="8d4cb33d81fe8010" providerId="LiveId" clId="{95971DB8-E339-4B32-80CF-0D8F9D8B87F2}" dt="2026-02-20T09:41:02.575" v="25" actId="478"/>
      <pc:docMkLst>
        <pc:docMk/>
      </pc:docMkLst>
      <pc:sldChg chg="delSp mod">
        <pc:chgData name="Youngho Lee" userId="8d4cb33d81fe8010" providerId="LiveId" clId="{95971DB8-E339-4B32-80CF-0D8F9D8B87F2}" dt="2026-02-20T09:40:05.128" v="0" actId="478"/>
        <pc:sldMkLst>
          <pc:docMk/>
          <pc:sldMk cId="0" sldId="256"/>
        </pc:sldMkLst>
        <pc:spChg chg="del">
          <ac:chgData name="Youngho Lee" userId="8d4cb33d81fe8010" providerId="LiveId" clId="{95971DB8-E339-4B32-80CF-0D8F9D8B87F2}" dt="2026-02-20T09:40:05.128" v="0" actId="478"/>
          <ac:spMkLst>
            <pc:docMk/>
            <pc:sldMk cId="0" sldId="256"/>
            <ac:spMk id="8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10.573" v="1" actId="478"/>
        <pc:sldMkLst>
          <pc:docMk/>
          <pc:sldMk cId="0" sldId="257"/>
        </pc:sldMkLst>
        <pc:spChg chg="del">
          <ac:chgData name="Youngho Lee" userId="8d4cb33d81fe8010" providerId="LiveId" clId="{95971DB8-E339-4B32-80CF-0D8F9D8B87F2}" dt="2026-02-20T09:40:10.573" v="1" actId="478"/>
          <ac:spMkLst>
            <pc:docMk/>
            <pc:sldMk cId="0" sldId="257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12.878" v="2" actId="478"/>
        <pc:sldMkLst>
          <pc:docMk/>
          <pc:sldMk cId="0" sldId="258"/>
        </pc:sldMkLst>
        <pc:spChg chg="del">
          <ac:chgData name="Youngho Lee" userId="8d4cb33d81fe8010" providerId="LiveId" clId="{95971DB8-E339-4B32-80CF-0D8F9D8B87F2}" dt="2026-02-20T09:40:12.878" v="2" actId="478"/>
          <ac:spMkLst>
            <pc:docMk/>
            <pc:sldMk cId="0" sldId="258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20.246" v="4" actId="478"/>
        <pc:sldMkLst>
          <pc:docMk/>
          <pc:sldMk cId="0" sldId="259"/>
        </pc:sldMkLst>
        <pc:spChg chg="del">
          <ac:chgData name="Youngho Lee" userId="8d4cb33d81fe8010" providerId="LiveId" clId="{95971DB8-E339-4B32-80CF-0D8F9D8B87F2}" dt="2026-02-20T09:40:20.246" v="4" actId="478"/>
          <ac:spMkLst>
            <pc:docMk/>
            <pc:sldMk cId="0" sldId="259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22.304" v="5" actId="478"/>
        <pc:sldMkLst>
          <pc:docMk/>
          <pc:sldMk cId="0" sldId="260"/>
        </pc:sldMkLst>
        <pc:spChg chg="del">
          <ac:chgData name="Youngho Lee" userId="8d4cb33d81fe8010" providerId="LiveId" clId="{95971DB8-E339-4B32-80CF-0D8F9D8B87F2}" dt="2026-02-20T09:40:22.304" v="5" actId="478"/>
          <ac:spMkLst>
            <pc:docMk/>
            <pc:sldMk cId="0" sldId="260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15.083" v="3" actId="478"/>
        <pc:sldMkLst>
          <pc:docMk/>
          <pc:sldMk cId="0" sldId="261"/>
        </pc:sldMkLst>
        <pc:spChg chg="del">
          <ac:chgData name="Youngho Lee" userId="8d4cb33d81fe8010" providerId="LiveId" clId="{95971DB8-E339-4B32-80CF-0D8F9D8B87F2}" dt="2026-02-20T09:40:15.083" v="3" actId="478"/>
          <ac:spMkLst>
            <pc:docMk/>
            <pc:sldMk cId="0" sldId="261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24.314" v="6" actId="478"/>
        <pc:sldMkLst>
          <pc:docMk/>
          <pc:sldMk cId="0" sldId="262"/>
        </pc:sldMkLst>
        <pc:spChg chg="del">
          <ac:chgData name="Youngho Lee" userId="8d4cb33d81fe8010" providerId="LiveId" clId="{95971DB8-E339-4B32-80CF-0D8F9D8B87F2}" dt="2026-02-20T09:40:24.314" v="6" actId="478"/>
          <ac:spMkLst>
            <pc:docMk/>
            <pc:sldMk cId="0" sldId="262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26.304" v="7" actId="478"/>
        <pc:sldMkLst>
          <pc:docMk/>
          <pc:sldMk cId="0" sldId="263"/>
        </pc:sldMkLst>
        <pc:spChg chg="del">
          <ac:chgData name="Youngho Lee" userId="8d4cb33d81fe8010" providerId="LiveId" clId="{95971DB8-E339-4B32-80CF-0D8F9D8B87F2}" dt="2026-02-20T09:40:26.304" v="7" actId="478"/>
          <ac:spMkLst>
            <pc:docMk/>
            <pc:sldMk cId="0" sldId="263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28.076" v="8" actId="478"/>
        <pc:sldMkLst>
          <pc:docMk/>
          <pc:sldMk cId="0" sldId="264"/>
        </pc:sldMkLst>
        <pc:spChg chg="del">
          <ac:chgData name="Youngho Lee" userId="8d4cb33d81fe8010" providerId="LiveId" clId="{95971DB8-E339-4B32-80CF-0D8F9D8B87F2}" dt="2026-02-20T09:40:28.076" v="8" actId="478"/>
          <ac:spMkLst>
            <pc:docMk/>
            <pc:sldMk cId="0" sldId="264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29.708" v="9" actId="478"/>
        <pc:sldMkLst>
          <pc:docMk/>
          <pc:sldMk cId="0" sldId="265"/>
        </pc:sldMkLst>
        <pc:spChg chg="del">
          <ac:chgData name="Youngho Lee" userId="8d4cb33d81fe8010" providerId="LiveId" clId="{95971DB8-E339-4B32-80CF-0D8F9D8B87F2}" dt="2026-02-20T09:40:29.708" v="9" actId="478"/>
          <ac:spMkLst>
            <pc:docMk/>
            <pc:sldMk cId="0" sldId="265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31.605" v="10" actId="478"/>
        <pc:sldMkLst>
          <pc:docMk/>
          <pc:sldMk cId="0" sldId="266"/>
        </pc:sldMkLst>
        <pc:spChg chg="del">
          <ac:chgData name="Youngho Lee" userId="8d4cb33d81fe8010" providerId="LiveId" clId="{95971DB8-E339-4B32-80CF-0D8F9D8B87F2}" dt="2026-02-20T09:40:31.605" v="10" actId="478"/>
          <ac:spMkLst>
            <pc:docMk/>
            <pc:sldMk cId="0" sldId="266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33.304" v="11" actId="478"/>
        <pc:sldMkLst>
          <pc:docMk/>
          <pc:sldMk cId="0" sldId="267"/>
        </pc:sldMkLst>
        <pc:spChg chg="del">
          <ac:chgData name="Youngho Lee" userId="8d4cb33d81fe8010" providerId="LiveId" clId="{95971DB8-E339-4B32-80CF-0D8F9D8B87F2}" dt="2026-02-20T09:40:33.304" v="11" actId="478"/>
          <ac:spMkLst>
            <pc:docMk/>
            <pc:sldMk cId="0" sldId="267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35.116" v="12" actId="478"/>
        <pc:sldMkLst>
          <pc:docMk/>
          <pc:sldMk cId="0" sldId="268"/>
        </pc:sldMkLst>
        <pc:spChg chg="del">
          <ac:chgData name="Youngho Lee" userId="8d4cb33d81fe8010" providerId="LiveId" clId="{95971DB8-E339-4B32-80CF-0D8F9D8B87F2}" dt="2026-02-20T09:40:35.116" v="12" actId="478"/>
          <ac:spMkLst>
            <pc:docMk/>
            <pc:sldMk cId="0" sldId="268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37.790" v="13" actId="478"/>
        <pc:sldMkLst>
          <pc:docMk/>
          <pc:sldMk cId="0" sldId="269"/>
        </pc:sldMkLst>
        <pc:spChg chg="del">
          <ac:chgData name="Youngho Lee" userId="8d4cb33d81fe8010" providerId="LiveId" clId="{95971DB8-E339-4B32-80CF-0D8F9D8B87F2}" dt="2026-02-20T09:40:37.790" v="13" actId="478"/>
          <ac:spMkLst>
            <pc:docMk/>
            <pc:sldMk cId="0" sldId="269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40.157" v="14" actId="478"/>
        <pc:sldMkLst>
          <pc:docMk/>
          <pc:sldMk cId="0" sldId="270"/>
        </pc:sldMkLst>
        <pc:spChg chg="del">
          <ac:chgData name="Youngho Lee" userId="8d4cb33d81fe8010" providerId="LiveId" clId="{95971DB8-E339-4B32-80CF-0D8F9D8B87F2}" dt="2026-02-20T09:40:40.157" v="14" actId="478"/>
          <ac:spMkLst>
            <pc:docMk/>
            <pc:sldMk cId="0" sldId="270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42.485" v="15" actId="478"/>
        <pc:sldMkLst>
          <pc:docMk/>
          <pc:sldMk cId="0" sldId="271"/>
        </pc:sldMkLst>
        <pc:spChg chg="del">
          <ac:chgData name="Youngho Lee" userId="8d4cb33d81fe8010" providerId="LiveId" clId="{95971DB8-E339-4B32-80CF-0D8F9D8B87F2}" dt="2026-02-20T09:40:42.485" v="15" actId="478"/>
          <ac:spMkLst>
            <pc:docMk/>
            <pc:sldMk cId="0" sldId="271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45.557" v="16" actId="478"/>
        <pc:sldMkLst>
          <pc:docMk/>
          <pc:sldMk cId="0" sldId="272"/>
        </pc:sldMkLst>
        <pc:spChg chg="del">
          <ac:chgData name="Youngho Lee" userId="8d4cb33d81fe8010" providerId="LiveId" clId="{95971DB8-E339-4B32-80CF-0D8F9D8B87F2}" dt="2026-02-20T09:40:45.557" v="16" actId="478"/>
          <ac:spMkLst>
            <pc:docMk/>
            <pc:sldMk cId="0" sldId="272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48.710" v="17" actId="478"/>
        <pc:sldMkLst>
          <pc:docMk/>
          <pc:sldMk cId="0" sldId="273"/>
        </pc:sldMkLst>
        <pc:spChg chg="del">
          <ac:chgData name="Youngho Lee" userId="8d4cb33d81fe8010" providerId="LiveId" clId="{95971DB8-E339-4B32-80CF-0D8F9D8B87F2}" dt="2026-02-20T09:40:48.710" v="17" actId="478"/>
          <ac:spMkLst>
            <pc:docMk/>
            <pc:sldMk cId="0" sldId="273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50.225" v="18" actId="478"/>
        <pc:sldMkLst>
          <pc:docMk/>
          <pc:sldMk cId="0" sldId="274"/>
        </pc:sldMkLst>
        <pc:spChg chg="del">
          <ac:chgData name="Youngho Lee" userId="8d4cb33d81fe8010" providerId="LiveId" clId="{95971DB8-E339-4B32-80CF-0D8F9D8B87F2}" dt="2026-02-20T09:40:50.225" v="18" actId="478"/>
          <ac:spMkLst>
            <pc:docMk/>
            <pc:sldMk cId="0" sldId="274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51.888" v="19" actId="478"/>
        <pc:sldMkLst>
          <pc:docMk/>
          <pc:sldMk cId="0" sldId="275"/>
        </pc:sldMkLst>
        <pc:spChg chg="del">
          <ac:chgData name="Youngho Lee" userId="8d4cb33d81fe8010" providerId="LiveId" clId="{95971DB8-E339-4B32-80CF-0D8F9D8B87F2}" dt="2026-02-20T09:40:51.888" v="19" actId="478"/>
          <ac:spMkLst>
            <pc:docMk/>
            <pc:sldMk cId="0" sldId="275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53.495" v="20" actId="478"/>
        <pc:sldMkLst>
          <pc:docMk/>
          <pc:sldMk cId="0" sldId="276"/>
        </pc:sldMkLst>
        <pc:spChg chg="del">
          <ac:chgData name="Youngho Lee" userId="8d4cb33d81fe8010" providerId="LiveId" clId="{95971DB8-E339-4B32-80CF-0D8F9D8B87F2}" dt="2026-02-20T09:40:53.495" v="20" actId="478"/>
          <ac:spMkLst>
            <pc:docMk/>
            <pc:sldMk cId="0" sldId="276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55.559" v="21" actId="478"/>
        <pc:sldMkLst>
          <pc:docMk/>
          <pc:sldMk cId="0" sldId="277"/>
        </pc:sldMkLst>
        <pc:spChg chg="del">
          <ac:chgData name="Youngho Lee" userId="8d4cb33d81fe8010" providerId="LiveId" clId="{95971DB8-E339-4B32-80CF-0D8F9D8B87F2}" dt="2026-02-20T09:40:55.559" v="21" actId="478"/>
          <ac:spMkLst>
            <pc:docMk/>
            <pc:sldMk cId="0" sldId="277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57.295" v="22" actId="478"/>
        <pc:sldMkLst>
          <pc:docMk/>
          <pc:sldMk cId="0" sldId="278"/>
        </pc:sldMkLst>
        <pc:spChg chg="del">
          <ac:chgData name="Youngho Lee" userId="8d4cb33d81fe8010" providerId="LiveId" clId="{95971DB8-E339-4B32-80CF-0D8F9D8B87F2}" dt="2026-02-20T09:40:57.295" v="22" actId="478"/>
          <ac:spMkLst>
            <pc:docMk/>
            <pc:sldMk cId="0" sldId="278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0:58.982" v="23" actId="478"/>
        <pc:sldMkLst>
          <pc:docMk/>
          <pc:sldMk cId="0" sldId="279"/>
        </pc:sldMkLst>
        <pc:spChg chg="del">
          <ac:chgData name="Youngho Lee" userId="8d4cb33d81fe8010" providerId="LiveId" clId="{95971DB8-E339-4B32-80CF-0D8F9D8B87F2}" dt="2026-02-20T09:40:58.982" v="23" actId="478"/>
          <ac:spMkLst>
            <pc:docMk/>
            <pc:sldMk cId="0" sldId="279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1:00.784" v="24" actId="478"/>
        <pc:sldMkLst>
          <pc:docMk/>
          <pc:sldMk cId="0" sldId="280"/>
        </pc:sldMkLst>
        <pc:spChg chg="del">
          <ac:chgData name="Youngho Lee" userId="8d4cb33d81fe8010" providerId="LiveId" clId="{95971DB8-E339-4B32-80CF-0D8F9D8B87F2}" dt="2026-02-20T09:41:00.784" v="24" actId="478"/>
          <ac:spMkLst>
            <pc:docMk/>
            <pc:sldMk cId="0" sldId="280"/>
            <ac:spMk id="6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9:41:02.575" v="25" actId="478"/>
        <pc:sldMkLst>
          <pc:docMk/>
          <pc:sldMk cId="2453808994" sldId="283"/>
        </pc:sldMkLst>
        <pc:spChg chg="del">
          <ac:chgData name="Youngho Lee" userId="8d4cb33d81fe8010" providerId="LiveId" clId="{95971DB8-E339-4B32-80CF-0D8F9D8B87F2}" dt="2026-02-20T09:41:02.575" v="25" actId="478"/>
          <ac:spMkLst>
            <pc:docMk/>
            <pc:sldMk cId="2453808994" sldId="283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69680" y="3931920"/>
            <a:ext cx="3840480" cy="384048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2800" b="1">
                <a:solidFill>
                  <a:srgbClr val="D1FAE5"/>
                </a:solidFill>
                <a:latin typeface="Malgun Gothic"/>
              </a:defRPr>
            </a:pPr>
            <a:r>
              <a:t>Week 14. 개인 프로젝트 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E2E8F0"/>
                </a:solidFill>
                <a:latin typeface="Malgun Gothic"/>
              </a:defRPr>
            </a:pPr>
            <a:r>
              <a:t>발표 운영 · 제출물 · 피드백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2/25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이번 주 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92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개인별</a:t>
            </a:r>
            <a:r>
              <a:rPr dirty="0"/>
              <a:t> </a:t>
            </a:r>
            <a:r>
              <a:rPr dirty="0" err="1"/>
              <a:t>창의적</a:t>
            </a:r>
            <a:r>
              <a:rPr dirty="0"/>
              <a:t> </a:t>
            </a:r>
            <a:r>
              <a:rPr dirty="0" err="1"/>
              <a:t>프로그램</a:t>
            </a:r>
            <a:r>
              <a:rPr dirty="0"/>
              <a:t> </a:t>
            </a:r>
            <a:r>
              <a:rPr dirty="0" err="1"/>
              <a:t>과제를</a:t>
            </a:r>
            <a:r>
              <a:rPr dirty="0"/>
              <a:t> </a:t>
            </a:r>
            <a:r>
              <a:rPr dirty="0" err="1"/>
              <a:t>발표하고</a:t>
            </a:r>
            <a:r>
              <a:rPr dirty="0"/>
              <a:t> </a:t>
            </a:r>
            <a:r>
              <a:rPr dirty="0" err="1"/>
              <a:t>피드백을</a:t>
            </a:r>
            <a:r>
              <a:rPr dirty="0"/>
              <a:t> </a:t>
            </a:r>
            <a:r>
              <a:rPr dirty="0" err="1"/>
              <a:t>받는다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프로그램의</a:t>
            </a:r>
            <a:r>
              <a:rPr dirty="0"/>
              <a:t> </a:t>
            </a:r>
            <a:r>
              <a:rPr dirty="0" err="1"/>
              <a:t>문제</a:t>
            </a:r>
            <a:r>
              <a:rPr dirty="0"/>
              <a:t> </a:t>
            </a:r>
            <a:r>
              <a:rPr dirty="0" err="1"/>
              <a:t>정의</a:t>
            </a:r>
            <a:r>
              <a:rPr dirty="0"/>
              <a:t>/</a:t>
            </a:r>
            <a:r>
              <a:rPr dirty="0" err="1"/>
              <a:t>기능</a:t>
            </a:r>
            <a:r>
              <a:rPr dirty="0"/>
              <a:t>/</a:t>
            </a:r>
            <a:r>
              <a:rPr dirty="0" err="1"/>
              <a:t>데이터</a:t>
            </a:r>
            <a:r>
              <a:rPr dirty="0"/>
              <a:t>/AI </a:t>
            </a:r>
            <a:r>
              <a:rPr dirty="0" err="1"/>
              <a:t>활용</a:t>
            </a:r>
            <a:r>
              <a:rPr dirty="0"/>
              <a:t> </a:t>
            </a:r>
            <a:r>
              <a:rPr dirty="0" err="1"/>
              <a:t>내역을</a:t>
            </a:r>
            <a:r>
              <a:rPr dirty="0"/>
              <a:t> </a:t>
            </a:r>
            <a:r>
              <a:rPr dirty="0" err="1"/>
              <a:t>명확히</a:t>
            </a:r>
            <a:r>
              <a:rPr dirty="0"/>
              <a:t> </a:t>
            </a:r>
            <a:r>
              <a:rPr dirty="0" err="1"/>
              <a:t>설명한다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기말</a:t>
            </a:r>
            <a:r>
              <a:rPr dirty="0"/>
              <a:t>(Week15) </a:t>
            </a:r>
            <a:r>
              <a:rPr dirty="0" err="1"/>
              <a:t>대비</a:t>
            </a:r>
            <a:r>
              <a:rPr dirty="0"/>
              <a:t> </a:t>
            </a:r>
            <a:r>
              <a:rPr dirty="0" err="1"/>
              <a:t>제출물</a:t>
            </a:r>
            <a:r>
              <a:rPr dirty="0"/>
              <a:t>(</a:t>
            </a:r>
            <a:r>
              <a:rPr dirty="0" err="1"/>
              <a:t>코드</a:t>
            </a:r>
            <a:r>
              <a:rPr dirty="0"/>
              <a:t>/README/</a:t>
            </a:r>
            <a:r>
              <a:rPr dirty="0" err="1"/>
              <a:t>기록</a:t>
            </a:r>
            <a:r>
              <a:rPr dirty="0"/>
              <a:t>)을 </a:t>
            </a:r>
            <a:r>
              <a:rPr dirty="0" err="1"/>
              <a:t>정리한다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3/25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오늘의 진행(예시)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92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순서</a:t>
            </a:r>
            <a:r>
              <a:rPr dirty="0"/>
              <a:t> </a:t>
            </a:r>
            <a:r>
              <a:rPr dirty="0" err="1"/>
              <a:t>안내</a:t>
            </a:r>
            <a:r>
              <a:rPr dirty="0"/>
              <a:t>(</a:t>
            </a:r>
            <a:r>
              <a:rPr dirty="0" err="1"/>
              <a:t>랜덤</a:t>
            </a:r>
            <a:r>
              <a:rPr dirty="0"/>
              <a:t>/</a:t>
            </a:r>
            <a:r>
              <a:rPr dirty="0" err="1"/>
              <a:t>번호</a:t>
            </a:r>
            <a:r>
              <a:rPr dirty="0"/>
              <a:t>/</a:t>
            </a:r>
            <a:r>
              <a:rPr dirty="0" err="1"/>
              <a:t>자원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20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발표</a:t>
            </a:r>
            <a:r>
              <a:rPr dirty="0"/>
              <a:t>(각 3~5분) + </a:t>
            </a:r>
            <a:r>
              <a:rPr dirty="0" err="1"/>
              <a:t>질의응답</a:t>
            </a:r>
            <a:r>
              <a:rPr dirty="0"/>
              <a:t>(1~2분)</a:t>
            </a:r>
          </a:p>
          <a:p>
            <a:pPr>
              <a:spcAft>
                <a:spcPts val="600"/>
              </a:spcAft>
              <a:defRPr sz="20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피드백</a:t>
            </a:r>
            <a:r>
              <a:rPr dirty="0"/>
              <a:t> </a:t>
            </a:r>
            <a:r>
              <a:rPr dirty="0" err="1"/>
              <a:t>기록</a:t>
            </a:r>
            <a:r>
              <a:rPr dirty="0"/>
              <a:t>(</a:t>
            </a:r>
            <a:r>
              <a:rPr dirty="0" err="1"/>
              <a:t>개선점</a:t>
            </a:r>
            <a:r>
              <a:rPr dirty="0"/>
              <a:t> 2개 </a:t>
            </a:r>
            <a:r>
              <a:rPr dirty="0" err="1"/>
              <a:t>이상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20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마무리</a:t>
            </a:r>
            <a:r>
              <a:rPr dirty="0"/>
              <a:t>: </a:t>
            </a:r>
            <a:r>
              <a:rPr dirty="0" err="1"/>
              <a:t>제출물</a:t>
            </a:r>
            <a:r>
              <a:rPr dirty="0"/>
              <a:t> </a:t>
            </a:r>
            <a:r>
              <a:rPr dirty="0" err="1"/>
              <a:t>체크리스트</a:t>
            </a:r>
            <a:r>
              <a:rPr dirty="0"/>
              <a:t> &amp; </a:t>
            </a:r>
            <a:r>
              <a:rPr dirty="0" err="1"/>
              <a:t>기말</a:t>
            </a:r>
            <a:r>
              <a:rPr dirty="0"/>
              <a:t> </a:t>
            </a:r>
            <a:r>
              <a:rPr dirty="0" err="1"/>
              <a:t>안내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6/25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570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rPr dirty="0" err="1"/>
              <a:t>제출물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en-US" altLang="ko-KR" sz="2000" b="1" dirty="0"/>
              <a:t>&lt; </a:t>
            </a:r>
            <a:r>
              <a:rPr lang="ko-KR" altLang="en-US" sz="2000" b="1" dirty="0"/>
              <a:t>보고서 </a:t>
            </a:r>
            <a:r>
              <a:rPr lang="en-US" altLang="ko-KR" sz="2000" b="1" dirty="0"/>
              <a:t>&gt;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ko-KR" altLang="en-US" dirty="0"/>
              <a:t>사용 데이터셋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ko-KR" altLang="en-US" dirty="0"/>
              <a:t>해결 문제 정의 </a:t>
            </a:r>
            <a:r>
              <a:rPr lang="en-US" altLang="ko-KR" dirty="0"/>
              <a:t>: </a:t>
            </a:r>
            <a:r>
              <a:rPr lang="ko-KR" altLang="en-US" dirty="0"/>
              <a:t>알아 내고자 하는 문제를 정의함 </a:t>
            </a:r>
            <a:r>
              <a:rPr lang="en-US" altLang="ko-KR" dirty="0"/>
              <a:t>(</a:t>
            </a:r>
            <a:r>
              <a:rPr lang="ko-KR" altLang="en-US" dirty="0"/>
              <a:t>이유 포함</a:t>
            </a:r>
            <a:r>
              <a:rPr lang="en-US" altLang="ko-KR" dirty="0"/>
              <a:t>)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en-US" altLang="ko-KR" dirty="0"/>
              <a:t>Readme.md(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실행</a:t>
            </a:r>
            <a:r>
              <a:rPr lang="en-US" altLang="ko-KR" dirty="0"/>
              <a:t>/</a:t>
            </a:r>
            <a:r>
              <a:rPr lang="ko-KR" altLang="en-US" dirty="0"/>
              <a:t>사용법</a:t>
            </a:r>
            <a:r>
              <a:rPr lang="en-US" altLang="ko-KR" dirty="0"/>
              <a:t>/</a:t>
            </a:r>
            <a:r>
              <a:rPr lang="ko-KR" altLang="en-US" dirty="0"/>
              <a:t>예시 출력</a:t>
            </a:r>
            <a:r>
              <a:rPr lang="en-US" altLang="ko-KR" dirty="0"/>
              <a:t>)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en-US" altLang="ko-KR" dirty="0"/>
              <a:t>LLM </a:t>
            </a:r>
            <a:r>
              <a:rPr lang="ko-KR" altLang="en-US" dirty="0"/>
              <a:t>사용 기록 </a:t>
            </a:r>
            <a:r>
              <a:rPr lang="en-US" altLang="ko-KR" dirty="0"/>
              <a:t>(prompt log): </a:t>
            </a:r>
            <a:r>
              <a:rPr lang="ko-KR" altLang="en-US" dirty="0"/>
              <a:t>프롬프트</a:t>
            </a:r>
            <a:r>
              <a:rPr lang="en-US" altLang="ko-KR" dirty="0"/>
              <a:t>/</a:t>
            </a:r>
            <a:r>
              <a:rPr lang="ko-KR" altLang="en-US" dirty="0"/>
              <a:t>요약</a:t>
            </a:r>
            <a:r>
              <a:rPr lang="en-US" altLang="ko-KR" dirty="0"/>
              <a:t>/</a:t>
            </a:r>
            <a:r>
              <a:rPr lang="ko-KR" altLang="en-US" dirty="0"/>
              <a:t>반영 내용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ko-KR" altLang="en-US" dirty="0"/>
              <a:t>실행 결과 </a:t>
            </a:r>
            <a:r>
              <a:rPr lang="en-US" altLang="ko-KR" dirty="0"/>
              <a:t>(</a:t>
            </a:r>
            <a:r>
              <a:rPr lang="ko-KR" altLang="en-US" dirty="0"/>
              <a:t>결과 화면 캡처 이미지</a:t>
            </a:r>
            <a:r>
              <a:rPr lang="en-US" altLang="ko-KR" dirty="0"/>
              <a:t>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en-US" altLang="ko-KR" sz="2000" b="1" dirty="0"/>
              <a:t>&lt; </a:t>
            </a:r>
            <a:r>
              <a:rPr lang="ko-KR" altLang="en-US" sz="2000" b="1" dirty="0"/>
              <a:t>소스코드</a:t>
            </a:r>
            <a:r>
              <a:rPr lang="en-US" altLang="ko-KR" sz="2000" b="1" dirty="0"/>
              <a:t>(.</a:t>
            </a:r>
            <a:r>
              <a:rPr lang="en-US" altLang="ko-KR" sz="2000" b="1" dirty="0" err="1"/>
              <a:t>py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파일 </a:t>
            </a:r>
            <a:r>
              <a:rPr lang="en-US" altLang="ko-KR" sz="2000" b="1" dirty="0"/>
              <a:t>&gt;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ko-KR" altLang="en-US" dirty="0"/>
              <a:t>소스코드에 대한 설명 </a:t>
            </a:r>
            <a:r>
              <a:rPr lang="en-US" altLang="ko-KR" dirty="0"/>
              <a:t>(</a:t>
            </a:r>
            <a:r>
              <a:rPr lang="ko-KR" altLang="en-US" dirty="0"/>
              <a:t>매 라인 주석처리</a:t>
            </a:r>
            <a:r>
              <a:rPr lang="en-US" altLang="ko-KR" dirty="0"/>
              <a:t>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en-US" altLang="ko-KR" sz="2000" b="1" dirty="0"/>
              <a:t>&lt; </a:t>
            </a:r>
            <a:r>
              <a:rPr lang="ko-KR" altLang="en-US" sz="2000" b="1" dirty="0"/>
              <a:t>발표 자료 </a:t>
            </a:r>
            <a:r>
              <a:rPr lang="en-US" altLang="ko-KR" sz="2000" b="1" dirty="0"/>
              <a:t>&gt;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ko-KR" altLang="en-US" dirty="0"/>
              <a:t>보고서 내용 요약 설명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ko-KR" altLang="en-US" dirty="0"/>
              <a:t>시연 </a:t>
            </a:r>
            <a:r>
              <a:rPr lang="en-US" altLang="ko-KR" dirty="0"/>
              <a:t>(</a:t>
            </a:r>
            <a:r>
              <a:rPr lang="ko-KR" altLang="en-US" dirty="0"/>
              <a:t>짧은 시연 영상으로 대체 가능</a:t>
            </a:r>
            <a:r>
              <a:rPr lang="en-US" altLang="ko-KR" dirty="0"/>
              <a:t>)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4/25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발표에서 꼭 보여줄 것(핵심 5)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92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1) </a:t>
            </a:r>
            <a:r>
              <a:rPr dirty="0" err="1"/>
              <a:t>문제</a:t>
            </a:r>
            <a:r>
              <a:rPr dirty="0"/>
              <a:t>/</a:t>
            </a:r>
            <a:r>
              <a:rPr dirty="0" err="1"/>
              <a:t>목표</a:t>
            </a:r>
            <a:r>
              <a:rPr dirty="0"/>
              <a:t>: </a:t>
            </a:r>
            <a:r>
              <a:rPr dirty="0" err="1"/>
              <a:t>무엇을</a:t>
            </a:r>
            <a:r>
              <a:rPr dirty="0"/>
              <a:t> </a:t>
            </a:r>
            <a:r>
              <a:rPr dirty="0" err="1"/>
              <a:t>해결하려</a:t>
            </a:r>
            <a:r>
              <a:rPr dirty="0"/>
              <a:t> </a:t>
            </a:r>
            <a:r>
              <a:rPr dirty="0" err="1"/>
              <a:t>했나</a:t>
            </a:r>
            <a:r>
              <a:rPr dirty="0"/>
              <a:t>?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2)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2~3개(</a:t>
            </a:r>
            <a:r>
              <a:rPr dirty="0" err="1"/>
              <a:t>데모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3)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코드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(</a:t>
            </a:r>
            <a:r>
              <a:rPr dirty="0" err="1"/>
              <a:t>함수</a:t>
            </a:r>
            <a:r>
              <a:rPr dirty="0"/>
              <a:t>/</a:t>
            </a:r>
            <a:r>
              <a:rPr dirty="0" err="1"/>
              <a:t>모듈</a:t>
            </a:r>
            <a:r>
              <a:rPr dirty="0"/>
              <a:t>/</a:t>
            </a:r>
            <a:r>
              <a:rPr dirty="0" err="1"/>
              <a:t>자료구조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4) </a:t>
            </a:r>
            <a:r>
              <a:rPr dirty="0" err="1"/>
              <a:t>테스트</a:t>
            </a:r>
            <a:r>
              <a:rPr dirty="0"/>
              <a:t>/</a:t>
            </a:r>
            <a:r>
              <a:rPr dirty="0" err="1"/>
              <a:t>엣지</a:t>
            </a:r>
            <a:r>
              <a:rPr dirty="0"/>
              <a:t> </a:t>
            </a:r>
            <a:r>
              <a:rPr dirty="0" err="1"/>
              <a:t>케이스</a:t>
            </a:r>
            <a:r>
              <a:rPr dirty="0"/>
              <a:t>(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입력에서</a:t>
            </a:r>
            <a:r>
              <a:rPr dirty="0"/>
              <a:t> </a:t>
            </a:r>
            <a:r>
              <a:rPr dirty="0" err="1"/>
              <a:t>안정적인가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5) AI(LLM) </a:t>
            </a:r>
            <a:r>
              <a:rPr dirty="0" err="1"/>
              <a:t>활용</a:t>
            </a:r>
            <a:r>
              <a:rPr dirty="0"/>
              <a:t> </a:t>
            </a:r>
            <a:r>
              <a:rPr dirty="0" err="1"/>
              <a:t>내역</a:t>
            </a:r>
            <a:r>
              <a:rPr dirty="0"/>
              <a:t>(</a:t>
            </a:r>
            <a:r>
              <a:rPr dirty="0" err="1"/>
              <a:t>어디에</a:t>
            </a:r>
            <a:r>
              <a:rPr dirty="0"/>
              <a:t>, 왜 </a:t>
            </a:r>
            <a:r>
              <a:rPr dirty="0" err="1"/>
              <a:t>썼나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5/25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데모 준비 팁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92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데모용 입력/데이터는 미리 준비(실패 방지)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출력은 보기 좋게(메뉴, 안내 문구, 포맷)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에러가 나도 당황하지 말고: 의도/원인/개선 계획 설명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가능하면 짧은 데모 시나리오를 1장으로 적어두기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7/25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평가 루브릭(예시)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92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기능 완성도(요구 기능 동작) 40%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창의성/문제 해결 아이디어 20%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코드 품질(가독성/구조/주석) 20%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테스트/예외 처리 10%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AI 활용 기록과 설명 10%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※ 실제 배점은 수업 공지 기준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8/25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발표 시간 관리(꿀팁)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92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3~5분 발표 기준: 설명 60초 + 데모 60초 + 정리 30초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데모는 ‘핵심 기능 1개’만 확실히 보여줘도 충분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기능을 다 보여주려다 시간 초과/오류가 나기 쉬움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슬라이드가 없어도 ‘구조’만 지키면 전달력↑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9/25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발표 슬라이드(또는 말) 구조 추천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92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1장: 프로젝트 제목 + 한 줄 소개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2장: 기능 목록(체크박스 3개 정도)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3장: 데모 시나리오(입력→출력)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4장: 기술 포인트(자료구조/라이브러리/알고리즘)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5장: AI 활용 내역 + 배운 점/개선점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10/25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README 템플릿(간단)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92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F172A"/>
                </a:solidFill>
                <a:latin typeface="Malgun Gothic"/>
              </a:defRPr>
            </a:pPr>
            <a:r>
              <a:t># 프로젝트 이름</a:t>
            </a:r>
            <a:br/>
            <a:r>
              <a:t>- 한 줄 설명</a:t>
            </a:r>
            <a:br/>
            <a:br/>
            <a:r>
              <a:t>## 실행 방법</a:t>
            </a:r>
            <a:br/>
            <a:r>
              <a:t>- python main.py</a:t>
            </a:r>
            <a:br/>
            <a:br/>
            <a:r>
              <a:t>## 사용법</a:t>
            </a:r>
            <a:br/>
            <a:r>
              <a:t>- 메뉴/입력 예시</a:t>
            </a:r>
            <a:br/>
            <a:br/>
            <a:r>
              <a:t>## 기능</a:t>
            </a:r>
            <a:br/>
            <a:r>
              <a:t>- [ ] 기능1</a:t>
            </a:r>
            <a:br/>
            <a:r>
              <a:t>- [ ] 기능2</a:t>
            </a:r>
            <a:br/>
            <a:br/>
            <a:r>
              <a:t>## AI 활용 내역</a:t>
            </a:r>
            <a:br/>
            <a:r>
              <a:t>- 사용한 프롬프트 1~3개 요약</a:t>
            </a:r>
            <a:br/>
            <a:r>
              <a:t>- 반영한 수정 사항</a:t>
            </a:r>
            <a:br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11/25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AI 활용 내역 작성법(추천 형식)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92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프롬프트: 내가 AI에게 무엇을 요청했나?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요약: AI 답변의 핵심은 무엇이었나?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반영: 내 코드/설계에 어떻게 적용했나?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검증: 실행/테스트 결과는 어땠나?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주의: ‘그대로 복붙’이 아니라 ‘이해 후 반영’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12/25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AI 활용 표기(윤리) 한 줄 정리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92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AI가 만든 코드를 그대로 제출하면 ‘내 실력’이 드러나지 않는다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프롬프트/반영 내용/검증 결과를 기록하면 학습이 증명된다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외부 코드/자료를 참고했다면 출처를 남기는 습관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목표: AI와 협업하되, 최종 책임은 작성자에게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13/25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발표/데모 실패를 줄이는 체크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92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환경 고정: 실행 폴더/가상환경/패키지 확인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입력은 최소 2세트 준비(정상/엣지)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랜덤 요소가 있으면 seed 고정(선택)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시간 초과 방지: 데모는 30~60초로 끊기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14/25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코드 품질 체크리스트(최종 정리용)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92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함수/변수명이 의미를 드러내는가?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중복 코드가 있는가? (함수로 묶을 수 있나)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입력값 검증/예외 처리 1~2개라도 있는가?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출력 메시지가 사용자 친화적인가?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README의 실행 방법이 ‘한 번에’ 따라 되는가?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15/25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프로젝트 아이디어 예시(참고)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92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텍스트 기반 게임(퀴즈/반응속도/미니 RPG)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To-do/가계부/성적 관리(파일 저장 포함)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간단 데이터 분석 리포트(CSV→필터→그래프→요약)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웹 크롤링은 환경/정책 이슈가 있으니 수업 지침 준수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내가 자주 하는 일을 자동화하는 스크립트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16/25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With AI 실습 1: 아이디어 업그레이드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600" b="1">
                <a:solidFill>
                  <a:srgbClr val="D1FAE5"/>
                </a:solidFill>
                <a:latin typeface="Malgun Gothic"/>
              </a:defRPr>
            </a:pPr>
            <a:r>
              <a:t>프롬프트 템플릿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057400"/>
            <a:ext cx="50292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800" b="0">
                <a:solidFill>
                  <a:srgbClr val="8292A2"/>
                </a:solidFill>
                <a:latin typeface="Malgun Gothic"/>
              </a:defRPr>
            </a:pPr>
            <a:r>
              <a:t>1 역할: 너는 프로젝트 멘토야.</a:t>
            </a:r>
            <a:br/>
            <a:r>
              <a:t>2 목표: 아래 프로젝트 아이디어를</a:t>
            </a:r>
            <a:br/>
            <a:r>
              <a:t>3  - 더 구체적인 요구사항</a:t>
            </a:r>
            <a:br/>
            <a:r>
              <a:t>4  - 추가 기능 3개(난이도 낮음→중간→도전)</a:t>
            </a:r>
            <a:br/>
            <a:r>
              <a:t>5  - 필요한 자료구조/모듈</a:t>
            </a:r>
            <a:br/>
            <a:r>
              <a:t>6 로 확장해줘.</a:t>
            </a:r>
            <a:br/>
            <a:r>
              <a:t>7 내 아이디어:</a:t>
            </a:r>
            <a:br/>
            <a:r>
              <a:t>8 [여기에 적기]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2000" b="1">
                <a:solidFill>
                  <a:srgbClr val="0B1F3B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286000"/>
            <a:ext cx="3840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아이디어를 ‘요구사항’으로 바꾸는 과정이 중요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추가 기능은 난이도별로 단계화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자료구조/모듈을 같이 받으면 구현이 쉬움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17/25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With AI 실습 2: 테스트/엣지 케이스 만들기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600" b="1">
                <a:solidFill>
                  <a:srgbClr val="D1FAE5"/>
                </a:solidFill>
                <a:latin typeface="Malgun Gothic"/>
              </a:defRPr>
            </a:pPr>
            <a:r>
              <a:t>프롬프트 템플릿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057400"/>
            <a:ext cx="50292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800" b="0">
                <a:solidFill>
                  <a:srgbClr val="8292A2"/>
                </a:solidFill>
                <a:latin typeface="Malgun Gothic"/>
              </a:defRPr>
            </a:pPr>
            <a:r>
              <a:t>1 역할: 너는 QA 엔지니어야.</a:t>
            </a:r>
            <a:br/>
            <a:r>
              <a:t>2 목표: 아래 프로그램의</a:t>
            </a:r>
            <a:br/>
            <a:r>
              <a:t>3  - 엣지 케이스 8개</a:t>
            </a:r>
            <a:br/>
            <a:r>
              <a:t>4  - 테스트 시나리오 8개(입력→기대 결과)</a:t>
            </a:r>
            <a:br/>
            <a:r>
              <a:t>5 를 만들어줘.</a:t>
            </a:r>
            <a:br/>
            <a:r>
              <a:t>6 프로그램 설명:</a:t>
            </a:r>
            <a:br/>
            <a:r>
              <a:t>7 [여기에 기능/입력 형식]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2000" b="1">
                <a:solidFill>
                  <a:srgbClr val="0B1F3B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286000"/>
            <a:ext cx="3840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발표에서 ‘테스트’ 언급하면 완성도↑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엣지 케이스를 잡으면 오류가 줄어듦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테스트는 보고서/README에도 사용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18/25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With AI 실습 3: README/설명문 작성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600" b="1">
                <a:solidFill>
                  <a:srgbClr val="D1FAE5"/>
                </a:solidFill>
                <a:latin typeface="Malgun Gothic"/>
              </a:defRPr>
            </a:pPr>
            <a:r>
              <a:t>프롬프트 템플릿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057400"/>
            <a:ext cx="50292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800" b="0">
                <a:solidFill>
                  <a:srgbClr val="8292A2"/>
                </a:solidFill>
                <a:latin typeface="Malgun Gothic"/>
              </a:defRPr>
            </a:pPr>
            <a:r>
              <a:t>1 역할: 너는 기술 문서 작성자야.</a:t>
            </a:r>
            <a:br/>
            <a:r>
              <a:t>2 목표: 아래 프로젝트를 위한 README 초안을 작성해줘.</a:t>
            </a:r>
            <a:br/>
            <a:r>
              <a:t>3 포함: 실행 방법, 사용법, 기능, 예시 출력, AI 활용 내역 섹션</a:t>
            </a:r>
            <a:br/>
            <a:r>
              <a:t>4 자료:</a:t>
            </a:r>
            <a:br/>
            <a:r>
              <a:t>5 - 프로젝트 설명: ...</a:t>
            </a:r>
            <a:br/>
            <a:r>
              <a:t>6 - 실행 명령: python ...</a:t>
            </a:r>
            <a:br/>
            <a:r>
              <a:t>7 - 예시 입력/출력: 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2000" b="1">
                <a:solidFill>
                  <a:srgbClr val="0B1F3B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286000"/>
            <a:ext cx="3840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문서는 ‘사용자 관점’이 중요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예시 입력/출력을 넣으면 이해가 빠름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발표 자료로도 바로 활용 가능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19/25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With AI 실습 4: 발표 스크립트(1분 버전)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600" b="1">
                <a:solidFill>
                  <a:srgbClr val="D1FAE5"/>
                </a:solidFill>
                <a:latin typeface="Malgun Gothic"/>
              </a:defRPr>
            </a:pPr>
            <a:r>
              <a:t>프롬프트 템플릿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057400"/>
            <a:ext cx="50292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800" b="0">
                <a:solidFill>
                  <a:srgbClr val="8292A2"/>
                </a:solidFill>
                <a:latin typeface="Malgun Gothic"/>
              </a:defRPr>
            </a:pPr>
            <a:r>
              <a:t>1 역할: 너는 발표 코치야.</a:t>
            </a:r>
            <a:br/>
            <a:r>
              <a:t>2 목표: 아래 프로젝트를 1분 발표로 요약해줘.</a:t>
            </a:r>
            <a:br/>
            <a:r>
              <a:t>3 구성: 문제→핵심 기능→데모 포인트→배운 점</a:t>
            </a:r>
            <a:br/>
            <a:r>
              <a:t>4 내 프로젝트 요약:</a:t>
            </a:r>
            <a:br/>
            <a:r>
              <a:t>5 [여기에 5줄로 적기]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2000" b="1">
                <a:solidFill>
                  <a:srgbClr val="0B1F3B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286000"/>
            <a:ext cx="3840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짧은 버전이 있으면 발표가 안정적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데모 중 문제가 생겨도 말로 설명 가능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핵심은 ‘왜 만들었는가’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20/25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동료 피드백 가이드(서로에게)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92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좋았던 점 1가지(구체적으로)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개선하면 더 좋아질 점 1~2가지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버그/엣지 케이스 제안 1가지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코드 가독성/구조 제안 1가지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AI 활용 기록이 명확했는지 확인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21/25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발표자 체크리스트(마지막 5분)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92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프로그램이 처음부터 끝까지 실행되는지 확인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데모 입력/데이터 파일이 폴더에 있는지 확인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README에 실행 방법이 있는지 확인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LLM 사용 기록 1개 이상 정리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시간(3~5분) 안에 끝나는지 리허설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22/25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실습: 10분 리허설(수업 중)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92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1) 1분 설명(문제/기능) 말로 해보기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2) 데모 30초 진행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3) 질문 1개 예상해 답해보기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4) 개선점 1개 메모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시간이 남으면 코드 구조(함수/자료구조) 한 번 더 정리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23/25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자주 받는 질문(예상 Q&amp;A)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92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왜 이 주제를 선택했나요?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가장 어려웠던 버그는 무엇이었나요?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AI를 어디에 활용했고, 무엇을 수정했나요?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테스트 케이스는 어떻게 만들었나요?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다음 버전에서 추가하고 싶은 기능은?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24/25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과제/제출 안내(정리)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92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발표 후: 피드백을 반영한 최종 버전으로 정리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폴더 구조/파일명 정리 + 불필요 파일 제거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README와 LLM 사용 기록을 ‘최종 제출물’ 수준으로</a:t>
            </a:r>
          </a:p>
          <a:p>
            <a:pPr>
              <a:spcAft>
                <a:spcPts val="600"/>
              </a:spcAft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기말(Week15)에는 평가/정리 일정이 있으니 공지 확인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25/25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요약 &amp; 다음 주 예고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92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0F172A"/>
                </a:solidFill>
                <a:latin typeface="Malgun Gothic"/>
              </a:defRPr>
            </a:pPr>
            <a:r>
              <a:t>발표는 ‘기능’뿐 아니라 ‘과정/설명/검증’이 중요하다.</a:t>
            </a:r>
          </a:p>
          <a:p>
            <a:pPr>
              <a:spcAft>
                <a:spcPts val="600"/>
              </a:spcAft>
              <a:defRPr sz="1900" b="0">
                <a:solidFill>
                  <a:srgbClr val="0F172A"/>
                </a:solidFill>
                <a:latin typeface="Malgun Gothic"/>
              </a:defRPr>
            </a:pPr>
            <a:r>
              <a:t>README와 AI 활용 기록은 프로젝트 완성도를 결정한다.</a:t>
            </a:r>
          </a:p>
          <a:p>
            <a:pPr>
              <a:spcAft>
                <a:spcPts val="600"/>
              </a:spcAft>
              <a:defRPr sz="1900" b="0">
                <a:solidFill>
                  <a:srgbClr val="0F172A"/>
                </a:solidFill>
                <a:latin typeface="Malgun Gothic"/>
              </a:defRPr>
            </a:pPr>
            <a:r>
              <a:t>피드백을 반영해 최종 버전을 다듬자.</a:t>
            </a:r>
          </a:p>
          <a:p>
            <a:pPr>
              <a:spcAft>
                <a:spcPts val="600"/>
              </a:spcAft>
              <a:defRPr sz="1900" b="0">
                <a:solidFill>
                  <a:srgbClr val="0F172A"/>
                </a:solidFill>
                <a:latin typeface="Malgun Gothic"/>
              </a:defRPr>
            </a:pPr>
            <a:r>
              <a:t>다음 주: 기말 시험(또는 최종 평가) 진행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12801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6/25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789920" cy="5570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rPr lang="ko-KR" altLang="en-US"/>
              <a:t>데이터 셋과 주요 주제 </a:t>
            </a:r>
            <a:r>
              <a:rPr lang="en-US" altLang="ko-KR"/>
              <a:t>(</a:t>
            </a:r>
            <a:r>
              <a:rPr lang="ko-KR" altLang="en-US" dirty="0"/>
              <a:t>샘플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ko-KR" altLang="en-US" sz="2000" b="1" dirty="0"/>
              <a:t>타이타닉</a:t>
            </a:r>
            <a:r>
              <a:rPr lang="en-US" altLang="ko-KR" sz="2000" b="1" dirty="0"/>
              <a:t>(Titanic) </a:t>
            </a:r>
            <a:r>
              <a:rPr lang="ko-KR" altLang="en-US" sz="2000" b="1" dirty="0"/>
              <a:t>데이터셋</a:t>
            </a:r>
            <a:endParaRPr lang="en-US" altLang="ko-KR" sz="2000" b="1" dirty="0"/>
          </a:p>
          <a:p>
            <a:pPr marL="742950" lvl="1" indent="-285750">
              <a:spcAft>
                <a:spcPts val="600"/>
              </a:spcAft>
              <a:buFontTx/>
              <a:buChar char="-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ko-KR" altLang="en-US" dirty="0" err="1"/>
              <a:t>생존률이</a:t>
            </a:r>
            <a:r>
              <a:rPr lang="ko-KR" altLang="en-US" dirty="0"/>
              <a:t> 가장 높은 그룹 찾기</a:t>
            </a:r>
            <a:endParaRPr lang="en-US" altLang="ko-KR" dirty="0"/>
          </a:p>
          <a:p>
            <a:pPr marL="742950" lvl="1" indent="-285750">
              <a:spcAft>
                <a:spcPts val="600"/>
              </a:spcAft>
              <a:buFontTx/>
              <a:buChar char="-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ko-KR" altLang="en-US" dirty="0"/>
              <a:t>나이대별 </a:t>
            </a:r>
            <a:r>
              <a:rPr lang="ko-KR" altLang="en-US" dirty="0" err="1"/>
              <a:t>생존률</a:t>
            </a:r>
            <a:r>
              <a:rPr lang="ko-KR" altLang="en-US" dirty="0"/>
              <a:t> 분석하기</a:t>
            </a:r>
            <a:endParaRPr lang="en-US" altLang="ko-KR" dirty="0"/>
          </a:p>
          <a:p>
            <a:pPr marL="742950" lvl="1" indent="-285750">
              <a:spcAft>
                <a:spcPts val="600"/>
              </a:spcAft>
              <a:buFontTx/>
              <a:buChar char="-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ko-KR" altLang="en-US" dirty="0"/>
              <a:t>간단한 생존 예측 모델 만들기</a:t>
            </a:r>
            <a:endParaRPr lang="en-US" altLang="ko-KR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ko-KR" altLang="en-US" sz="2000" b="1" dirty="0" err="1"/>
              <a:t>넷플릭스</a:t>
            </a:r>
            <a:r>
              <a:rPr lang="en-US" altLang="ko-KR" sz="2000" b="1" dirty="0"/>
              <a:t>(Netflix) </a:t>
            </a:r>
            <a:r>
              <a:rPr lang="ko-KR" altLang="en-US" sz="2000" b="1" dirty="0"/>
              <a:t>데이터셋</a:t>
            </a:r>
            <a:endParaRPr lang="en-US" altLang="ko-KR" sz="2000" b="1" dirty="0"/>
          </a:p>
          <a:p>
            <a:pPr marL="742950" lvl="1" indent="-285750">
              <a:spcAft>
                <a:spcPts val="600"/>
              </a:spcAft>
              <a:buFontTx/>
              <a:buChar char="-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ko-KR" altLang="en-US" dirty="0"/>
              <a:t>연도별 영화 증가 추세 분석</a:t>
            </a:r>
            <a:endParaRPr lang="en-US" altLang="ko-KR" dirty="0"/>
          </a:p>
          <a:p>
            <a:pPr marL="742950" lvl="1" indent="-285750">
              <a:spcAft>
                <a:spcPts val="600"/>
              </a:spcAft>
              <a:buFontTx/>
              <a:buChar char="-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ko-KR" altLang="en-US" dirty="0"/>
              <a:t>영화 장르와 </a:t>
            </a:r>
            <a:r>
              <a:rPr lang="en-US" altLang="ko-KR" dirty="0"/>
              <a:t>TV </a:t>
            </a:r>
            <a:r>
              <a:rPr lang="ko-KR" altLang="en-US" dirty="0"/>
              <a:t>쇼 등의 비율 분석</a:t>
            </a:r>
            <a:endParaRPr lang="en-US" altLang="ko-KR" dirty="0"/>
          </a:p>
          <a:p>
            <a:pPr marL="742950" lvl="1" indent="-285750">
              <a:spcAft>
                <a:spcPts val="600"/>
              </a:spcAft>
              <a:buFontTx/>
              <a:buChar char="-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ko-KR" altLang="en-US" dirty="0"/>
              <a:t>장르와 국가별 인기도 상관관계 분석</a:t>
            </a:r>
            <a:endParaRPr lang="en-US" altLang="ko-KR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en-US" altLang="ko-KR" sz="2000" b="1" dirty="0"/>
              <a:t>50</a:t>
            </a:r>
            <a:r>
              <a:rPr lang="ko-KR" altLang="en-US" sz="2000" b="1" dirty="0" err="1"/>
              <a:t>년월드컵</a:t>
            </a:r>
            <a:r>
              <a:rPr lang="ko-KR" altLang="en-US" sz="2000" b="1" dirty="0"/>
              <a:t> 데이터셋</a:t>
            </a:r>
            <a:endParaRPr lang="en-US" altLang="ko-KR" sz="2000" b="1" dirty="0"/>
          </a:p>
          <a:p>
            <a:pPr marL="742950" lvl="1" indent="-285750">
              <a:spcAft>
                <a:spcPts val="600"/>
              </a:spcAft>
              <a:buFontTx/>
              <a:buChar char="-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ko-KR" altLang="en-US" dirty="0"/>
              <a:t>개최국과 승률과의 상관관계 분석</a:t>
            </a:r>
            <a:endParaRPr lang="en-US" altLang="ko-KR" dirty="0"/>
          </a:p>
          <a:p>
            <a:pPr marL="742950" lvl="1" indent="-285750">
              <a:spcAft>
                <a:spcPts val="600"/>
              </a:spcAft>
              <a:buFontTx/>
              <a:buChar char="-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ko-KR" altLang="en-US" dirty="0"/>
              <a:t>현대 축구의 흐름 변화 찾기</a:t>
            </a:r>
            <a:endParaRPr lang="en-US" altLang="ko-KR" dirty="0"/>
          </a:p>
          <a:p>
            <a:pPr marL="742950" lvl="1" indent="-285750">
              <a:spcAft>
                <a:spcPts val="600"/>
              </a:spcAft>
              <a:buFontTx/>
              <a:buChar char="-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ko-KR" altLang="en-US" dirty="0" err="1"/>
              <a:t>강팀과</a:t>
            </a:r>
            <a:r>
              <a:rPr lang="ko-KR" altLang="en-US" dirty="0"/>
              <a:t> </a:t>
            </a:r>
            <a:r>
              <a:rPr lang="ko-KR" altLang="en-US" dirty="0" err="1"/>
              <a:t>약팀을</a:t>
            </a:r>
            <a:r>
              <a:rPr lang="ko-KR" altLang="en-US" dirty="0"/>
              <a:t> 구분하기</a:t>
            </a:r>
            <a:endParaRPr lang="en-US" altLang="ko-KR" dirty="0"/>
          </a:p>
          <a:p>
            <a:pPr marL="742950" lvl="1" indent="-285750">
              <a:spcAft>
                <a:spcPts val="600"/>
              </a:spcAft>
              <a:buFontTx/>
              <a:buChar char="-"/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rPr lang="ko-KR" altLang="en-US" dirty="0"/>
              <a:t>관중수에 영향을 주는 요인을 찾기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808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1571</Words>
  <Application>Microsoft Office PowerPoint</Application>
  <PresentationFormat>와이드스크린</PresentationFormat>
  <Paragraphs>234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phoenix</dc:creator>
  <cp:keywords/>
  <dc:description>generated using python-pptx</dc:description>
  <cp:lastModifiedBy>이영호</cp:lastModifiedBy>
  <cp:revision>5</cp:revision>
  <dcterms:created xsi:type="dcterms:W3CDTF">2013-01-27T09:14:16Z</dcterms:created>
  <dcterms:modified xsi:type="dcterms:W3CDTF">2026-02-20T09:41:04Z</dcterms:modified>
  <cp:category/>
</cp:coreProperties>
</file>