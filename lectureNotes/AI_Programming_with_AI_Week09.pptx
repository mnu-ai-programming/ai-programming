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ho Lee" userId="8d4cb33d81fe8010" providerId="LiveId" clId="{95971DB8-E339-4B32-80CF-0D8F9D8B87F2}"/>
    <pc:docChg chg="custSel modSld">
      <pc:chgData name="Youngho Lee" userId="8d4cb33d81fe8010" providerId="LiveId" clId="{95971DB8-E339-4B32-80CF-0D8F9D8B87F2}" dt="2026-02-20T09:28:45.535" v="33" actId="478"/>
      <pc:docMkLst>
        <pc:docMk/>
      </pc:docMkLst>
      <pc:sldChg chg="delSp mod">
        <pc:chgData name="Youngho Lee" userId="8d4cb33d81fe8010" providerId="LiveId" clId="{95971DB8-E339-4B32-80CF-0D8F9D8B87F2}" dt="2026-02-20T09:27:35.946" v="0" actId="478"/>
        <pc:sldMkLst>
          <pc:docMk/>
          <pc:sldMk cId="0" sldId="256"/>
        </pc:sldMkLst>
        <pc:spChg chg="del">
          <ac:chgData name="Youngho Lee" userId="8d4cb33d81fe8010" providerId="LiveId" clId="{95971DB8-E339-4B32-80CF-0D8F9D8B87F2}" dt="2026-02-20T09:27:35.946" v="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7:38.957" v="1" actId="478"/>
        <pc:sldMkLst>
          <pc:docMk/>
          <pc:sldMk cId="0" sldId="257"/>
        </pc:sldMkLst>
        <pc:spChg chg="del">
          <ac:chgData name="Youngho Lee" userId="8d4cb33d81fe8010" providerId="LiveId" clId="{95971DB8-E339-4B32-80CF-0D8F9D8B87F2}" dt="2026-02-20T09:27:38.957" v="1" actId="478"/>
          <ac:spMkLst>
            <pc:docMk/>
            <pc:sldMk cId="0" sldId="257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7:41.156" v="2" actId="478"/>
        <pc:sldMkLst>
          <pc:docMk/>
          <pc:sldMk cId="0" sldId="258"/>
        </pc:sldMkLst>
        <pc:spChg chg="del">
          <ac:chgData name="Youngho Lee" userId="8d4cb33d81fe8010" providerId="LiveId" clId="{95971DB8-E339-4B32-80CF-0D8F9D8B87F2}" dt="2026-02-20T09:27:41.156" v="2" actId="478"/>
          <ac:spMkLst>
            <pc:docMk/>
            <pc:sldMk cId="0" sldId="258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7:45.089" v="4" actId="478"/>
        <pc:sldMkLst>
          <pc:docMk/>
          <pc:sldMk cId="0" sldId="259"/>
        </pc:sldMkLst>
        <pc:spChg chg="del">
          <ac:chgData name="Youngho Lee" userId="8d4cb33d81fe8010" providerId="LiveId" clId="{95971DB8-E339-4B32-80CF-0D8F9D8B87F2}" dt="2026-02-20T09:27:43.320" v="3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Youngho Lee" userId="8d4cb33d81fe8010" providerId="LiveId" clId="{95971DB8-E339-4B32-80CF-0D8F9D8B87F2}" dt="2026-02-20T09:27:45.089" v="4" actId="478"/>
          <ac:spMkLst>
            <pc:docMk/>
            <pc:sldMk cId="0" sldId="259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7:48.591" v="6" actId="478"/>
        <pc:sldMkLst>
          <pc:docMk/>
          <pc:sldMk cId="0" sldId="260"/>
        </pc:sldMkLst>
        <pc:spChg chg="del">
          <ac:chgData name="Youngho Lee" userId="8d4cb33d81fe8010" providerId="LiveId" clId="{95971DB8-E339-4B32-80CF-0D8F9D8B87F2}" dt="2026-02-20T09:27:47.149" v="5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Youngho Lee" userId="8d4cb33d81fe8010" providerId="LiveId" clId="{95971DB8-E339-4B32-80CF-0D8F9D8B87F2}" dt="2026-02-20T09:27:48.591" v="6" actId="478"/>
          <ac:spMkLst>
            <pc:docMk/>
            <pc:sldMk cId="0" sldId="260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7:51.446" v="8" actId="478"/>
        <pc:sldMkLst>
          <pc:docMk/>
          <pc:sldMk cId="0" sldId="261"/>
        </pc:sldMkLst>
        <pc:spChg chg="del">
          <ac:chgData name="Youngho Lee" userId="8d4cb33d81fe8010" providerId="LiveId" clId="{95971DB8-E339-4B32-80CF-0D8F9D8B87F2}" dt="2026-02-20T09:27:50.205" v="7" actId="478"/>
          <ac:spMkLst>
            <pc:docMk/>
            <pc:sldMk cId="0" sldId="261"/>
            <ac:spMk id="3" creationId="{00000000-0000-0000-0000-000000000000}"/>
          </ac:spMkLst>
        </pc:spChg>
        <pc:spChg chg="del">
          <ac:chgData name="Youngho Lee" userId="8d4cb33d81fe8010" providerId="LiveId" clId="{95971DB8-E339-4B32-80CF-0D8F9D8B87F2}" dt="2026-02-20T09:27:51.446" v="8" actId="478"/>
          <ac:spMkLst>
            <pc:docMk/>
            <pc:sldMk cId="0" sldId="261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7:53.628" v="9" actId="478"/>
        <pc:sldMkLst>
          <pc:docMk/>
          <pc:sldMk cId="0" sldId="262"/>
        </pc:sldMkLst>
        <pc:spChg chg="del">
          <ac:chgData name="Youngho Lee" userId="8d4cb33d81fe8010" providerId="LiveId" clId="{95971DB8-E339-4B32-80CF-0D8F9D8B87F2}" dt="2026-02-20T09:27:53.628" v="9" actId="478"/>
          <ac:spMkLst>
            <pc:docMk/>
            <pc:sldMk cId="0" sldId="262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00.192" v="10" actId="478"/>
        <pc:sldMkLst>
          <pc:docMk/>
          <pc:sldMk cId="0" sldId="263"/>
        </pc:sldMkLst>
        <pc:spChg chg="del">
          <ac:chgData name="Youngho Lee" userId="8d4cb33d81fe8010" providerId="LiveId" clId="{95971DB8-E339-4B32-80CF-0D8F9D8B87F2}" dt="2026-02-20T09:28:00.192" v="10" actId="478"/>
          <ac:spMkLst>
            <pc:docMk/>
            <pc:sldMk cId="0" sldId="263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01.722" v="11" actId="478"/>
        <pc:sldMkLst>
          <pc:docMk/>
          <pc:sldMk cId="0" sldId="264"/>
        </pc:sldMkLst>
        <pc:spChg chg="del">
          <ac:chgData name="Youngho Lee" userId="8d4cb33d81fe8010" providerId="LiveId" clId="{95971DB8-E339-4B32-80CF-0D8F9D8B87F2}" dt="2026-02-20T09:28:01.722" v="11" actId="478"/>
          <ac:spMkLst>
            <pc:docMk/>
            <pc:sldMk cId="0" sldId="264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03.519" v="12" actId="478"/>
        <pc:sldMkLst>
          <pc:docMk/>
          <pc:sldMk cId="0" sldId="265"/>
        </pc:sldMkLst>
        <pc:spChg chg="del">
          <ac:chgData name="Youngho Lee" userId="8d4cb33d81fe8010" providerId="LiveId" clId="{95971DB8-E339-4B32-80CF-0D8F9D8B87F2}" dt="2026-02-20T09:28:03.519" v="12" actId="478"/>
          <ac:spMkLst>
            <pc:docMk/>
            <pc:sldMk cId="0" sldId="265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06.647" v="14" actId="478"/>
        <pc:sldMkLst>
          <pc:docMk/>
          <pc:sldMk cId="0" sldId="266"/>
        </pc:sldMkLst>
        <pc:spChg chg="del">
          <ac:chgData name="Youngho Lee" userId="8d4cb33d81fe8010" providerId="LiveId" clId="{95971DB8-E339-4B32-80CF-0D8F9D8B87F2}" dt="2026-02-20T09:28:05.220" v="13" actId="478"/>
          <ac:spMkLst>
            <pc:docMk/>
            <pc:sldMk cId="0" sldId="266"/>
            <ac:spMk id="3" creationId="{00000000-0000-0000-0000-000000000000}"/>
          </ac:spMkLst>
        </pc:spChg>
        <pc:spChg chg="del">
          <ac:chgData name="Youngho Lee" userId="8d4cb33d81fe8010" providerId="LiveId" clId="{95971DB8-E339-4B32-80CF-0D8F9D8B87F2}" dt="2026-02-20T09:28:06.647" v="14" actId="478"/>
          <ac:spMkLst>
            <pc:docMk/>
            <pc:sldMk cId="0" sldId="266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10.993" v="16" actId="478"/>
        <pc:sldMkLst>
          <pc:docMk/>
          <pc:sldMk cId="0" sldId="267"/>
        </pc:sldMkLst>
        <pc:spChg chg="del">
          <ac:chgData name="Youngho Lee" userId="8d4cb33d81fe8010" providerId="LiveId" clId="{95971DB8-E339-4B32-80CF-0D8F9D8B87F2}" dt="2026-02-20T09:28:09.040" v="15" actId="478"/>
          <ac:spMkLst>
            <pc:docMk/>
            <pc:sldMk cId="0" sldId="267"/>
            <ac:spMk id="3" creationId="{00000000-0000-0000-0000-000000000000}"/>
          </ac:spMkLst>
        </pc:spChg>
        <pc:spChg chg="del">
          <ac:chgData name="Youngho Lee" userId="8d4cb33d81fe8010" providerId="LiveId" clId="{95971DB8-E339-4B32-80CF-0D8F9D8B87F2}" dt="2026-02-20T09:28:10.993" v="16" actId="478"/>
          <ac:spMkLst>
            <pc:docMk/>
            <pc:sldMk cId="0" sldId="267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13.063" v="17" actId="478"/>
        <pc:sldMkLst>
          <pc:docMk/>
          <pc:sldMk cId="0" sldId="268"/>
        </pc:sldMkLst>
        <pc:spChg chg="del">
          <ac:chgData name="Youngho Lee" userId="8d4cb33d81fe8010" providerId="LiveId" clId="{95971DB8-E339-4B32-80CF-0D8F9D8B87F2}" dt="2026-02-20T09:28:13.063" v="17" actId="478"/>
          <ac:spMkLst>
            <pc:docMk/>
            <pc:sldMk cId="0" sldId="268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15.077" v="18" actId="478"/>
        <pc:sldMkLst>
          <pc:docMk/>
          <pc:sldMk cId="0" sldId="269"/>
        </pc:sldMkLst>
        <pc:spChg chg="del">
          <ac:chgData name="Youngho Lee" userId="8d4cb33d81fe8010" providerId="LiveId" clId="{95971DB8-E339-4B32-80CF-0D8F9D8B87F2}" dt="2026-02-20T09:28:15.077" v="18" actId="478"/>
          <ac:spMkLst>
            <pc:docMk/>
            <pc:sldMk cId="0" sldId="269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22.747" v="22" actId="478"/>
        <pc:sldMkLst>
          <pc:docMk/>
          <pc:sldMk cId="0" sldId="270"/>
        </pc:sldMkLst>
        <pc:spChg chg="del">
          <ac:chgData name="Youngho Lee" userId="8d4cb33d81fe8010" providerId="LiveId" clId="{95971DB8-E339-4B32-80CF-0D8F9D8B87F2}" dt="2026-02-20T09:28:16.684" v="19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Youngho Lee" userId="8d4cb33d81fe8010" providerId="LiveId" clId="{95971DB8-E339-4B32-80CF-0D8F9D8B87F2}" dt="2026-02-20T09:28:22.747" v="22" actId="478"/>
          <ac:spMkLst>
            <pc:docMk/>
            <pc:sldMk cId="0" sldId="270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20.830" v="21" actId="478"/>
        <pc:sldMkLst>
          <pc:docMk/>
          <pc:sldMk cId="0" sldId="271"/>
        </pc:sldMkLst>
        <pc:spChg chg="del">
          <ac:chgData name="Youngho Lee" userId="8d4cb33d81fe8010" providerId="LiveId" clId="{95971DB8-E339-4B32-80CF-0D8F9D8B87F2}" dt="2026-02-20T09:28:18.516" v="20" actId="478"/>
          <ac:spMkLst>
            <pc:docMk/>
            <pc:sldMk cId="0" sldId="271"/>
            <ac:spMk id="3" creationId="{00000000-0000-0000-0000-000000000000}"/>
          </ac:spMkLst>
        </pc:spChg>
        <pc:spChg chg="del">
          <ac:chgData name="Youngho Lee" userId="8d4cb33d81fe8010" providerId="LiveId" clId="{95971DB8-E339-4B32-80CF-0D8F9D8B87F2}" dt="2026-02-20T09:28:20.830" v="21" actId="478"/>
          <ac:spMkLst>
            <pc:docMk/>
            <pc:sldMk cId="0" sldId="271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25.128" v="23" actId="478"/>
        <pc:sldMkLst>
          <pc:docMk/>
          <pc:sldMk cId="0" sldId="272"/>
        </pc:sldMkLst>
        <pc:spChg chg="del">
          <ac:chgData name="Youngho Lee" userId="8d4cb33d81fe8010" providerId="LiveId" clId="{95971DB8-E339-4B32-80CF-0D8F9D8B87F2}" dt="2026-02-20T09:28:25.128" v="23" actId="478"/>
          <ac:spMkLst>
            <pc:docMk/>
            <pc:sldMk cId="0" sldId="272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28.001" v="24" actId="478"/>
        <pc:sldMkLst>
          <pc:docMk/>
          <pc:sldMk cId="0" sldId="273"/>
        </pc:sldMkLst>
        <pc:spChg chg="del">
          <ac:chgData name="Youngho Lee" userId="8d4cb33d81fe8010" providerId="LiveId" clId="{95971DB8-E339-4B32-80CF-0D8F9D8B87F2}" dt="2026-02-20T09:28:28.001" v="24" actId="478"/>
          <ac:spMkLst>
            <pc:docMk/>
            <pc:sldMk cId="0" sldId="273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29.693" v="25" actId="478"/>
        <pc:sldMkLst>
          <pc:docMk/>
          <pc:sldMk cId="0" sldId="274"/>
        </pc:sldMkLst>
        <pc:spChg chg="del">
          <ac:chgData name="Youngho Lee" userId="8d4cb33d81fe8010" providerId="LiveId" clId="{95971DB8-E339-4B32-80CF-0D8F9D8B87F2}" dt="2026-02-20T09:28:29.693" v="25" actId="478"/>
          <ac:spMkLst>
            <pc:docMk/>
            <pc:sldMk cId="0" sldId="274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31.749" v="26" actId="478"/>
        <pc:sldMkLst>
          <pc:docMk/>
          <pc:sldMk cId="0" sldId="275"/>
        </pc:sldMkLst>
        <pc:spChg chg="del">
          <ac:chgData name="Youngho Lee" userId="8d4cb33d81fe8010" providerId="LiveId" clId="{95971DB8-E339-4B32-80CF-0D8F9D8B87F2}" dt="2026-02-20T09:28:31.749" v="26" actId="478"/>
          <ac:spMkLst>
            <pc:docMk/>
            <pc:sldMk cId="0" sldId="275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34.026" v="27" actId="478"/>
        <pc:sldMkLst>
          <pc:docMk/>
          <pc:sldMk cId="0" sldId="276"/>
        </pc:sldMkLst>
        <pc:spChg chg="del">
          <ac:chgData name="Youngho Lee" userId="8d4cb33d81fe8010" providerId="LiveId" clId="{95971DB8-E339-4B32-80CF-0D8F9D8B87F2}" dt="2026-02-20T09:28:34.026" v="27" actId="478"/>
          <ac:spMkLst>
            <pc:docMk/>
            <pc:sldMk cId="0" sldId="276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38.765" v="29" actId="478"/>
        <pc:sldMkLst>
          <pc:docMk/>
          <pc:sldMk cId="0" sldId="277"/>
        </pc:sldMkLst>
        <pc:spChg chg="del">
          <ac:chgData name="Youngho Lee" userId="8d4cb33d81fe8010" providerId="LiveId" clId="{95971DB8-E339-4B32-80CF-0D8F9D8B87F2}" dt="2026-02-20T09:28:37.185" v="28" actId="478"/>
          <ac:spMkLst>
            <pc:docMk/>
            <pc:sldMk cId="0" sldId="277"/>
            <ac:spMk id="3" creationId="{00000000-0000-0000-0000-000000000000}"/>
          </ac:spMkLst>
        </pc:spChg>
        <pc:spChg chg="del">
          <ac:chgData name="Youngho Lee" userId="8d4cb33d81fe8010" providerId="LiveId" clId="{95971DB8-E339-4B32-80CF-0D8F9D8B87F2}" dt="2026-02-20T09:28:38.765" v="29" actId="478"/>
          <ac:spMkLst>
            <pc:docMk/>
            <pc:sldMk cId="0" sldId="277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40.507" v="30" actId="478"/>
        <pc:sldMkLst>
          <pc:docMk/>
          <pc:sldMk cId="0" sldId="278"/>
        </pc:sldMkLst>
        <pc:spChg chg="del">
          <ac:chgData name="Youngho Lee" userId="8d4cb33d81fe8010" providerId="LiveId" clId="{95971DB8-E339-4B32-80CF-0D8F9D8B87F2}" dt="2026-02-20T09:28:40.507" v="30" actId="478"/>
          <ac:spMkLst>
            <pc:docMk/>
            <pc:sldMk cId="0" sldId="278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42.063" v="31" actId="478"/>
        <pc:sldMkLst>
          <pc:docMk/>
          <pc:sldMk cId="0" sldId="279"/>
        </pc:sldMkLst>
        <pc:spChg chg="del">
          <ac:chgData name="Youngho Lee" userId="8d4cb33d81fe8010" providerId="LiveId" clId="{95971DB8-E339-4B32-80CF-0D8F9D8B87F2}" dt="2026-02-20T09:28:42.063" v="31" actId="478"/>
          <ac:spMkLst>
            <pc:docMk/>
            <pc:sldMk cId="0" sldId="279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28:45.535" v="33" actId="478"/>
        <pc:sldMkLst>
          <pc:docMk/>
          <pc:sldMk cId="0" sldId="280"/>
        </pc:sldMkLst>
        <pc:spChg chg="del">
          <ac:chgData name="Youngho Lee" userId="8d4cb33d81fe8010" providerId="LiveId" clId="{95971DB8-E339-4B32-80CF-0D8F9D8B87F2}" dt="2026-02-20T09:28:43.978" v="32" actId="478"/>
          <ac:spMkLst>
            <pc:docMk/>
            <pc:sldMk cId="0" sldId="280"/>
            <ac:spMk id="3" creationId="{00000000-0000-0000-0000-000000000000}"/>
          </ac:spMkLst>
        </pc:spChg>
        <pc:spChg chg="del">
          <ac:chgData name="Youngho Lee" userId="8d4cb33d81fe8010" providerId="LiveId" clId="{95971DB8-E339-4B32-80CF-0D8F9D8B87F2}" dt="2026-02-20T09:28:45.535" v="33" actId="478"/>
          <ac:spMkLst>
            <pc:docMk/>
            <pc:sldMk cId="0" sldId="280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53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897112" y="3931920"/>
            <a:ext cx="3291840" cy="32918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9. 파일 입출력(File I/O) + LLM 연습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2D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“저장하고 다시 불러오는” 프로그램 만들기</a:t>
            </a:r>
            <a:endParaRPr lang="en-US" sz="16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텍스트 파일을 열고 읽기/쓰기를 할 수 있다.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with 문으로 파일을 안전하게 다룰 수 있다.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CSV/JSON 기본 포맷을 읽고 저장할 수 있다.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LLM을 활용해 파일 처리 코드를 생성하고 예외/경계값을 검증할 수 있다.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구성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파일/경로 기본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open 모드와 with 문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읽기(read) / 쓰기(write)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CSV/JSON 기초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With AI 실습 + 연습문제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파일 입출력이 필요한가?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프로그램을 껐다 켜도 데이터가 남아야 한다(영속성)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로그/결과 보고서/설정 파일 저장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분석(다음 주) 전 단계: CSV 읽기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경로(path) 기초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상대경로: 현재 폴더 기준(예: data/input.txt)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절대경로: 드라이브/루트부터 전체 경로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실습에서는 프로젝트 폴더 구조를 먼저 정한다.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열기(open) 모드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r: 읽기(기본)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# w: 쓰기(덮어쓰기)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# a: 이어쓰기(append)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x: 새 파일 생성(있으면 에러)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# b: 바이너리(이번 수업은 text 위주)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w는 기존 파일을 지움(주의)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문자 인코딩(utf-8) 지정 권장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예외 처리(FileNotFoundError)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문(권장)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path = "data.txt"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with open(path, "r", encoding="utf-8") as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  text = f.read()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print(text)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파일을 자동으로 닫아준다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예외가 나도 자원 정리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누수 방지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읽기: read / readline / readlines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3621" y="1856232"/>
            <a:ext cx="5442899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with open("data.txt", "r", encoding="utf-8") as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  all_text = f.read()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  # line = f.readline()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  # lines = f.readlines()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open() as f: </a:t>
            </a:r>
            <a:r>
              <a:rPr lang="ko-KR" altLang="en-US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객체 </a:t>
            </a:r>
            <a:r>
              <a:rPr lang="en-US" altLang="ko-KR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r>
              <a:rPr lang="ko-KR" altLang="en-US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열기</a:t>
            </a:r>
            <a:endParaRPr lang="en-US" sz="1800" dirty="0">
              <a:solidFill>
                <a:srgbClr val="33415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read(): 전체를 한 번에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readline(): 한 줄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readlines(): 줄 리스트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쓰기: write / writelines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60120" y="1848153"/>
            <a:ext cx="532527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lines = ["Hello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"World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with open("out.txt", "w", encoding="utf-8") as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  f.writelines(lines)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write는 문자열 1개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writelines는 여러 줄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(줄바꿈)을 직접 넣어야 함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인코딩(encoding) 이슈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한글이 깨지면 encoding="utf-8"을 먼저 확인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Windows 메모장 기본 인코딩 차이 가능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텍스트 파일 저장 시 UTF-8로 저장 권장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처리: FileNotFoundError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88720" y="1856232"/>
            <a:ext cx="5114426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try: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  with open("missing.txt", "r",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encoding="utf-8") as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      print(f.read())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except FileNotFoundError: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  print("파일이 없습니다")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72313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현실의 데이터는 “항상 존재”하지 않는다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예외 처리로 프로그램이 죽지 않게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에러 메시지를 사용자 친화적으로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CSV란?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Comma-Separated Values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표 형태(행/열)를 텍스트로 저장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다음 주 pandas에서 본격적으로 사용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모듈로 읽기(기초)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67666" y="1856232"/>
            <a:ext cx="5478854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import csv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with open("data.csv", "r", encoding="utf-8") as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  reader = csv.reader(f)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  for row in reader: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      print(row)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row는 리스트 형태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헤더(첫 줄) 처리 규칙 정하기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구분자(delimiter) 변경 가능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모듈로 쓰기(기초)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import csv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rows = [["name", "score"], ["kim", 90]]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with open("out.csv", "w", newline="",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encoding="utf-8") as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  w = csv.writer(f)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  w.writerows(rows)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newline="" 권장(빈 줄 방지)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저장/교환에 유용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엑셀에서도 열 수 있음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JSON이란?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딕셔너리/리스트 구조를 텍스트로 저장하는 포맷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설정(config), API 응답, 데이터 저장에 매우 흔함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저장/불러오기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49911" y="1856232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import 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data = {"name": "Alex", "scores": [80, 90]}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with open("data.json", "w", encoding="utf-8") as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  json.dump(data, f, ensure_ascii=False, indent=2)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with open("data.json", "r", encoding="utf-8") as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  obj = json.load(f)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print(obj)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객체를 </a:t>
            </a:r>
            <a:r>
              <a:rPr lang="en-US" altLang="ko-KR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r>
              <a:rPr lang="ko-KR" alt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변환</a:t>
            </a:r>
            <a:endParaRPr lang="en-US" sz="1800" dirty="0">
              <a:solidFill>
                <a:srgbClr val="33415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8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ensure_ascii</a:t>
            </a: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=False로 한글 유지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indent로 보기 좋게 저장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dict/list와 자연스럽게 연결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AI 실습 1: 파일 처리 요구사항 명확히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프롬프트에 반드시 포함: 파일명/형식/예시 데이터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출력 형식(줄바꿈, 구분자)을 구체적으로 지정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예외 상황(파일 없음, 빈 파일) 처리도 요구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AI 실습 2: 테스트케이스 생성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LLM에게 “정상/빈 파일/깨진 형식/인코딩” 케이스를 요구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테스트 파일을 직접 만들어 실행해본다.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결과가 다르면: 요구사항을 다시 조정하거나 코드 수정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AI 실습 3: 리팩터링(함수화)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67666" y="1856232"/>
            <a:ext cx="5478854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def read_numbers(path):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  with open(path, "r", encoding="utf-8") as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      return [int(x) for x in f.read().split()]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nums = read_numbers("nums.txt")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print(sum(nums))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요청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예외 처리 추가(파일 없음/빈 파일)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주석/Docstring 추가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테스트 코드 예시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연습문제 1: 파일에서 숫자 읽고 통계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nums.txt에 숫자가 공백/줄바꿈으로 저장되어 있다고 가정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읽어서 리스트로 만든 뒤 합/평균/최대/최소 출력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빈 파일이면 “데이터 없음” 출력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연습문제 2: 결과 보고서(out.txt) 생성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입력 파일을 읽고 처리한 결과를 out.txt로 저장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형식: 제목 1줄 + 결과 여러 줄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요구: 덮어쓰기(w) vs 이어쓰기(a) 비교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연습문제 3: CSV 성적표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grade.csv를 읽어 학생 평균을 계산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출력: 이름, 평균(소수 1자리)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심화: 평균이 60 미만인 학생 목록 출력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연습문제 4: JSON 설정 파일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설정: {"sound": true, "level": 2} 같은 구조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프로그램 시작 시 json 로드 → 설정 적용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종료 시 변경된 설정을 다시 저장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퀴즈(5문항)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97280" y="182880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with 문을 쓰는 이유는?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w 모드의 특징은?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readlines()의 반환 형태는?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CSV는 어떤 데이터를 저장하기 좋은가?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json.load와 json.dump의 차이는?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1-자동닫기, 2-덮어쓰기, 3-리스트, 4-표형태, 5-읽기/쓰기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&amp; 다음 주 예고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6073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I/O는 데이터 영속성과 분석의 출발점이다.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with + encoding="utf-8" + 예외 처리가 기본 세트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CSV/JSON을 다루면 실무형 프로그램에 가까워진다.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다음 주: NumPy/Pandas로 CSV 분석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1500</Words>
  <Application>Microsoft Office PowerPoint</Application>
  <PresentationFormat>와이드스크린</PresentationFormat>
  <Paragraphs>264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컴퓨터학부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AI활용프로그래밍 강의자료</dc:subject>
  <dc:creator>AI활용프로그래밍</dc:creator>
  <cp:lastModifiedBy>이영호</cp:lastModifiedBy>
  <cp:revision>3</cp:revision>
  <dcterms:created xsi:type="dcterms:W3CDTF">2026-01-25T11:58:21Z</dcterms:created>
  <dcterms:modified xsi:type="dcterms:W3CDTF">2026-02-20T09:28:48Z</dcterms:modified>
</cp:coreProperties>
</file>