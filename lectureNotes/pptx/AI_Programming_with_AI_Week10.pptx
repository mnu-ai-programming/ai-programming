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10. NumPy · 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표 데이터 다루기 · With AI 분석 설계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표 데이터를 세 가지 방법으로 불러올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필요한 열과 행만 꺼낼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빠진 값을 찾아 채우거나 뺄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평균·최댓값 같은 기초 통계를 낼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AI와 함께 분석 계획을 세우고 검증할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표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데이터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불러오기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— 세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가지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방법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열과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행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다루기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빠진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값과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기초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통계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With AI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분석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계획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세우기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3개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미니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퀴즈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&amp;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과제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안내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표 데이터가 무엇인가요?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엑셀처럼 행과 열로 정리된 데이터입니다.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가로 한 줄이 한 사람, 한 건의 기록입니다.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세로 한 줄은 같은 종류의 값들입니다.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파이썬에서는 pandas 라는 도구로 다룹니다.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데이터프레임(DataFrame) — 표 모양으로 짜인 데이터 상자. 엑셀 시트 한 장과 같습니다.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도구 불러오기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s = pd.Series([90, 80, 70])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print(s.mean())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80.0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import 는 도구를 꺼내 오는 말, as pd 는 짧은 별명입니다.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Series 는 값이 한 줄로 늘어선 목록.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mean() 은 평균을 구해 줍니다.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라이브러리(library) — 미리 만들어 둔 기능 모음. 공구함에서 필요한 도구만 꺼내 쓰는 것과 같습니다.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코랩에서 데이터 가져오기 — 세 가지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코랩은 인터넷 너머에 있는 남의 컴퓨터입니다.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그래서 내 컴퓨터 파일을 그냥은 보지 못합니다.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방법 1 — 파일을 코랩에 올려 두고 읽기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방법 2 — 대화상자를 띄워 파일 올리기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방법 3 — 인터넷 주소로 파일 바로 읽기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세 방법 모두 결과는 똑같은 표가 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방법 1. 코랩에 올려 두고 읽기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397763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3428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왼쪽 폴더 아이콘 → 업로드 →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study_score.csv 고르기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path = "/content/study_score.csv"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pd.read_csv(path)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왼쪽 폴더 아이콘으로 파일을 올립니다.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/content 는 코랩의 기본 폴더입니다.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파일 이름을 그대로 정확히 적습니다.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코랩을 껐다 켜면 파일은 사라집니다.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경로(path) — 파일이 어디 있는지 적은 주소. 코랩에 올린 파일은 /content 폴더에 담깁니다.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방법 2. 대화상자로 파일 올리기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from google.colab import files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files.upload()   # 창이 뜹니다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pd.read_csv("study_score.csv")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실행하면 [파일 선택] 단추가 나타납니다.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내 컴퓨터에서 파일을 골라 올립니다.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올라간 파일은 방법 1과 같은 자리입니다.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이 코드는 코랩에서만 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방법 3. 인터넷 주소로 바로 읽기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BASE = "https://raw.githubusercontent.com/MNU-AI-Programming/AI-programming/main/jupyter-notebook/"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pd.read_csv(BASE + "study_score.csv")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raw 주소는 파일 원본 그대로입니다.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BASE 뒤에 파일 이름만 바꿔 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올릴 필요 없고, 껐다 켜도 그대로입니다.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csv 는 쉼표로 칸을 나눈 표 파일입니다.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어느 방법을 쓸까요?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내 파일 한두 개 → 방법 1이 간단합니다.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남에게 나눠 줄 노트북 → 방법 2가 편합니다.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정해진 수업 데이터 → 방법 3을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오늘 실습은 전부 방법 3으로 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인터넷이 막혀 있으면 방법 1·2를 쓰세요.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앞부분만 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5349239" cy="1253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 = 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pd.DataFrame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({"name":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                   "score": [90, 80, 70]})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print(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df.head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(2))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name  score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0    가     90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    나     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head()는 앞의 몇 줄만 보여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여기 표는 설명용으로 직접 만든 작은 표입니다.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맨 왼쪽 0, 1은 행 번호입니다.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크기와 열 이름 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4214" y="1828800"/>
            <a:ext cx="5349240" cy="1573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 = 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pd.DataFrame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({"name":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                   "score": [90, 80, 70]})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print(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df.shape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print(list(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df.columns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(3, 2)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['name', 'score']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shape 는 (행 개수, 열 개수)입니다.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columns 는 열 이름 목록입니다.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불러오자마자 크기부터 확인하세요.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열과 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열(column)은 세로로 늘어선 같은 종류 값.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행(row)은 가로로 한 줄, 한 건의 기록.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엑셀의 세로줄, 가로줄과 같습니다.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표를 볼 때는 열 이름부터 확인하세요.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열(column) — 세로로 죽 내려 읽는 한 칸. 출석부에서 '이름' 칸만 위에서 아래로 훑는 것과 같습니다.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행(row) — 가로로 한 줄. 출석부에서 한 사람 줄을 왼쪽에서 오른쪽으로 읽는 것과 같습니다.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열 하나 꺼내기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200578" cy="1253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 = 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pd.DataFrame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({"name":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                   "score": [90, 80, 70]})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print(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["score"].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tolist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[90, 80, 70]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df["score"]로 그 열만 꺼냅니다.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tolist()는 파이썬 목록으로 바꿔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대괄호 안 이름은 따옴표로 감쌉니다.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열 여러 개 꺼내기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df = pd.DataFrame({"name": ["Kim", "Lee"],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           "study_hours": [5, 2],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                   "score": [75, 55]})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print(df[["name", "score"]])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name  score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0  Kim     75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1  Lee     55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열 이름을 목록으로 넣으면 그 열만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study_hours 열은 빠지고 두 열만 남았습니다.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대괄호가 두 겹인 걸 확인하세요.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빠진 값이 있으면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설문에서 답을 안 한 칸과 같습니다.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그냥 두면 평균 같은 계산이 틀어집니다.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먼저 몇 개나 비었는지부터 셉니다.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그다음 채우거나, 그 줄을 뺍니다.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결측치(missing value) — 표에서 비어 있는 칸. 설문지에서 답을 안 적은 빈칸과 같습니다.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빠진 값 세어 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5154571" cy="1253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 = 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pd.DataFrame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({"name":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                   "score": [90, None, 70]})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print(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df.isna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().sum())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name     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score    1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dtype: int64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isna()는 빈 칸이면 True를 매깁니다.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sum()으로 열마다 빈 칸 개수를 셉니다.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score 열에 하나 비어 있네요.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빠진 값 채우거나 버리기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5206329" cy="1253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 = 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pd.DataFrame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({"name":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                   "score": [90, None, 70]})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print(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["score"].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fillna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(0).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tolist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[90.0, 0.0, 70.0]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fillna(0)은 빈 칸을 0으로 채웁니다.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0 대신 평균으로 채우기도 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dropna()는 그 줄을 통째로 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빈 칸이 있었던 열은 숫자가 소수로 바뀝니다.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평균과 최고점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19" y="1828800"/>
            <a:ext cx="5171823" cy="1573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 = 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pd.DataFrame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({"name": ["가", "나", "다"],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                   "score": [90, 80, 70]})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print(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["score"].mean())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print(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["score"].max())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80.0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mean()은 평균, max()는 최댓값.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괄호를 빠뜨리면 숫자 대신 이상한 글자가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빠진 값은 채운 뒤에 계산하세요.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몇 명씩인지 세기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581912"/>
            <a:ext cx="585216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3374" y="1828800"/>
            <a:ext cx="5784585" cy="1253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 = 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pd.DataFrame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({"name": ["가", "나", "다", "라"],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               "grade": ["상", "중", "상", "하"]})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print(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["grade"].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value_counts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().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to_dict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())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343400"/>
            <a:ext cx="585216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{'상': 2, '중': 1, '하': 1}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value_counts()는 같은 값끼리 세어 줍니다.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원래는 표(Series) 모양으로 나옵니다.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to_dict()로 보기 쉽게 정리했습니다.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설문 응답 집계에 자주 씁니다.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NumPy는 무엇이 다른가요?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숫자만 담는, 계산이 빠른 목록입니다.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목록 전체를 한 번에 계산합니다.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pandas 도 속은 NumPy로 되어 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배열(array) — 숫자만 순서대로 담은 상자. 계란판처럼 칸마다 숫자 하나씩 들어갑니다.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배열로 한 번에 계산하기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import numpy as np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a = np.array([1, 2, 3])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print(a * 10)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[10 20 30]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배열은 한 줄로 전체에 곱합니다.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파이썬 목록에 * 10을 하면 목록이 열 번 이어 붙습니다.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하나씩 곱하지 않아도 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이제 만드는 데도 씁니다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중간고사 전 약속을 기억하시나요?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'중간고사 뒤에 배웁니다' — 바로 지금입니다.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전반부: AI는 내 코드 고치는 용도만.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후반부: 분석 계획·코드 초안·결과 해석까지.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단, AI에게 한 줄씩 설명시켜 이해한 뒤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프롬프트 → 반영 → 검증을 반드시 기록합니다.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예) 프롬프트 '평균 내는 코드' → 반영 열 이름을 score로 고침 → 검증 직접 실행해 71.625 확인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(분석 계획)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397763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3428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① 이 데이터의 열 목록이에요: name, study_hours, score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② 이걸로 무엇을 알아볼 수 있는지 5가지 알려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③ 각각에 필요한 pandas 계산도 같이 알려 주세요.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④ 결과를 어떻게 해석하면 되는지 한 줄씩 적어 주세요.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열 이름을 정확히 적어야 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몇 개 알려 달라고 숫자를 정하세요.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계산 코드까지 같이 요청하세요.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시키는 말. 무엇을 어떻게 해 달라고 적은 주문서.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1. 데이터 불러와 살펴보기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646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오른쪽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코드에서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--- 줄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위쪽을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전부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코랩에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붙여넣고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실행합니다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2) head()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결과와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shape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결과를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봅니다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3) 열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이름이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name,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study_hours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, score 세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개인지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확인합니다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df.shape 가 (8, 3)으로 나오면 성공입니다.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import pandas as pd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BASE = "https://raw.githubusercontent.com/MNU-AI-Programming/AI-programming/main/jupyter-notebook/"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df = pd.read_csv(BASE + "study_score.csv")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print(df.head())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print(df.shape)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--- 실행하면 이렇게 나옵니다 ---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name  study_hours  score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0   Kim            5     75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1   Lee            2     55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2  Park            8     92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3  Choi            4     68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4  Jung            1     40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(8, 3)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2. 빠진 값 확인하고 평균 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408" y="2148840"/>
            <a:ext cx="5074632" cy="1079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오른쪽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--- 줄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위쪽을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전부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이어서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실행합니다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df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는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실습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1에서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만든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것을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그대로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씁니다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3) 빈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칸이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몇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개인지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먼저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세고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그다음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평균을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냅니다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빈 칸이 모두 0이고 평균이 71.625로 나오면 성공입니다.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print(df.isna().sum())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print(df["score"].mean())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print(df["score"].max())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--- 실행하면 이렇게 나옵니다 ---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name           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study_hours    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score          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dtype: int64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71.625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92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3. AI와 분석 계획 세우고 확인하기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646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1) 24쪽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프롬프트를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그대로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AI에게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물어봅니다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그중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하나를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오른쪽처럼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코드로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만들고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, 한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줄씩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설명받습니다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프롬프트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/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고친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점 /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확인한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결과를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세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줄로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적어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둡니다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06908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187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49884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 결과가 말이 되고, 세 줄 기록이 남아 있으면 성공입니다.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397763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599432" cy="1376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print(round(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   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["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study_hours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"].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corr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(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df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["score"]), 3))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---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실행하면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이렇게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나옵니다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---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0.963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상관계수(correlation) — 두 값이 같이 오르내리는 정도. 1에 가까우면 '공부 시간이 길수록 점수도 높다'는 뜻입니다.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28/31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답변 확인하는 법 (데이터편)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열 이름이 실제 데이터와 같은가?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결과 숫자가 상식에서 벗어나지 않는가?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빠진 값을 어떻게 다뤘는지 아는가?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코드를 한 줄씩 내 말로 설명할 수 있는가?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29/31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 (5문항)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1. head()는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보여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줄까요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2.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shape의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두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숫자는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각각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3.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isna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().sum()은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세는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걸까요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4. mean()과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value_counts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()는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뭐가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다를까요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5.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데이터를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가져오는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세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가지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방법은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무엇일까요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30/31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수업 데이터로 평균·최고점 구하고 한 문단 해석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힌트 — 19쪽 평균과 최고점, 26쪽 빠진 값 확인을 이어 쓰면 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 활용 기록 필수 — 프롬프트 → 반영 → 검증을 적기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제출 ① 코랩 오른쪽 위 [공유] → 링크 권한을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     '링크가 있는 모든 사용자(뷰어)'로 → 링크 제출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제출 ② [파일] → .ipynb 다운로드 → 학교 LMS(과제 제출 사이트)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둘 중 편한 방법 하나만 하면 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31/31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정리 &amp; 다음 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불러오기 → 살펴보기 → 정리하기 → 계산하기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빠진 값은 세고 나서 채우거나 뺍니다.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AI는 이제 분석 계획도 같이 세웁니다.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단, 한 줄씩 설명받고 직접 검증합니다.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 — Matplotlib 로 그래프 그리기.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2529</Words>
  <Application>Microsoft Office PowerPoint</Application>
  <PresentationFormat>와이드스크린</PresentationFormat>
  <Paragraphs>430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3</cp:revision>
  <dcterms:created xsi:type="dcterms:W3CDTF">2013-01-27T09:14:16Z</dcterms:created>
  <dcterms:modified xsi:type="dcterms:W3CDTF">2026-08-31T06:09:43Z</dcterms:modified>
  <cp:category/>
</cp:coreProperties>
</file>