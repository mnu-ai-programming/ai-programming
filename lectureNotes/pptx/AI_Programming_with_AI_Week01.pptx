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1. 프로그래밍과 AI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컴퓨터에게 일 시키는 법 · With AI는 '고치는 용도'로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프로그래밍이 무엇인지 내 말로 설명할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화면에 글자와 계산 결과를 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오류를 세 가지로 구분할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AI에게 오류를 물어보는 법을 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수업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자료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곳,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출석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프로그래밍이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무엇인가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가지와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대처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미니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퀴즈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&amp;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과제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수업 자료가 있는 곳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eek01_github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40" y="1856231"/>
            <a:ext cx="7001471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5769864"/>
            <a:ext cx="9902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dirty="0">
                <a:solidFill>
                  <a:srgbClr val="64748B"/>
                </a:solidFill>
                <a:latin typeface="Malgun Gothic"/>
              </a:rPr>
              <a:t>github.com/MNU-AI-Programming/AI-programming —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강의자료와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실습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노트북이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모두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여기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algun Gothic"/>
              </a:rPr>
              <a:t>있습니다</a:t>
            </a:r>
            <a:r>
              <a:rPr sz="1400" b="0" dirty="0">
                <a:solidFill>
                  <a:srgbClr val="64748B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실습은 코랩에서 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설치할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링크만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저장소의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노트북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링크를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누릅니다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구글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계정으로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로그인합니다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칸을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누르고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Shift + Enter.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코랩(Google Colab) — 웹 브라우저에서 바로 파이썬을 실행하는 구글 서비스. 사용법은 다음 주에 배웁니다.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수업 운영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교양필수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2학점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2시간입니다.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성적은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강의계획서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기준을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따릅니다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출석이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수업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시간의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3/4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미만이면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F입니다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빠질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사정이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결강사유서를 담당 </a:t>
            </a:r>
            <a:r>
              <a:rPr lang="ko-KR" altLang="en-US" sz="2200" b="0" dirty="0" err="1">
                <a:solidFill>
                  <a:srgbClr val="0F172A"/>
                </a:solidFill>
                <a:latin typeface="Malgun Gothic"/>
              </a:rPr>
              <a:t>교수님께</a:t>
            </a: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프로그래밍이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컴퓨터에게 할 일을 순서대로 적어 주는 것입니다.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요리법을 적어 주는 것과 비슷합니다.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적어 준 순서대로, 적어 준 만큼만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한 글자만 틀려도 멈춥니다.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화면에 글자 내보내기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print("안녕하세요")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print는 '화면에 보여 줘'라는 명령입니다.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보여 줄 글자는 따옴표로 감쌉니다.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괄호와 따옴표는 반드시 짝을 맞춥니다.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컴퓨터는 시킨 대로만 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쓰는 방법이 틀리면 아예 실행되지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쓰는 방법이 맞아도 뜻이 틀릴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앞의 것이 문법, 뒤의 것이 의미입니다.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둘 다 결국 사람이 확인해야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문법(syntax) — 코드를 쓰는 방법에 관한 약속. 맞춤법과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의미(semantics) — 그 코드가 실제로 하는 일. 문장의 뜻과 같습니다.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계산도 시킬 수 있어요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print(3 + 4 *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숫자에는 따옴표를 쓰지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곱셈을 덧셈보다 먼저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순서를 바꾸려면 괄호를 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프로그램이 만들어지는 순서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싶은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잘게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나눕니다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파이썬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문장으로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옮깁니다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실행해서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결과를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틀렸으면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파이썬은 한 줄씩 바로 실행합니다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적자마자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볼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갔을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때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알려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줍니다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조금씩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쓰고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자주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게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좋습니다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우리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수업은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방식으로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진행합니다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인터프리터(interpreter) — 코드를 한 줄씩 읽어 바로 실행해 주는 프로그램. 파이썬이 이 방식입니다.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오류는 세 가지가 있습니다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실행조차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중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가다가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멈춥니다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논리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끝까지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도는데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답이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틀립니다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셋 중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무엇인지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아는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첫걸음입니다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1) 문법 오류 — 실행조차 안 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print("안녕하세요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SyntaxError: unterminated string literal (detected at line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따옴표를 닫지 않았습니다.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실행이 아예 시작되지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빨간 글씨의 마지막 줄을 먼저 읽습니다.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2) 실행 중 오류 — 가다가 멈춤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print(10 /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ZeroDivisionError: division by 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문법은 맞아서 실행이 시작은 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0으로 나누는 순간 거기서 멈춥니다.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무엇을 하다 멈췄는지 이름에 나옵니다.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3) 논리 오류 — 답만 틀림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print(80 + 90 /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125.0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오류 메시지가 없어서 가장 위험합니다.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80과 90의 평균은 85.0이어야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괄호를 빠뜨려 90만 2로 나눴습니다.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오류가 났을 때 하는 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번 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빨간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글씨의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마지막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번에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한꺼번에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원인을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놓칩니다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디버깅(debugging) — 잘못된 곳을 찾아 고치는 일. 오류를 없애 가는 과정입니다.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이번 학기 전반부(1~7주) 규칙입니다.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통째로 받아 붙이지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쓴 코드의 틀린 곳만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직접 써 봐야 문법이 손에 붙습니다.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9주부터는 더 넓게 쓰게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AI가 잘하는 것 / 조심할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잘함 — 오류 메시지를 쉬운 말로 풀어 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잘함 — 어디를 고쳐야 하는지 짚어 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조심 — 틀린 말도 자신 있게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조심 — 받은 답은 반드시 실행해 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환각(hallucination) — AI가 사실이 아닌 내용을 사실처럼 말하는 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아래 코드에서 오류가 났습니다.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print("안녕하세요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[오류 메시지]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SyntaxError: unterminated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string literal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났는지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내 코드와 오류 메시지를 함께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'전체 코드는 주지 마세요'가 핵심입니다.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괄호를 안 닫은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그대로 실행해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무엇이 빠졌는지 눈으로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반갑습니다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print("반갑습니다"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0으로 나눈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무엇을 0으로 나눴는지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5 - 5 를 다른 수로 바꿔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오류 없이 숫자 하나가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print(100 / (5 - 5))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답이 틀린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세 점수의 평균을 내려는 코드입니다.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실행하면 135.0 이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왜 90.0 이 아닌지 생각해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90.0 이 나오는지 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90.0 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print((80 + 90 + 100) / 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결과가 내가 기대한 것과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개인정보를 붙여 넣지는 않았는가?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확인하지 않은 답은 참고 의견일 뿐입니다.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실행조차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논리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답만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중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논리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(첫 줄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마지막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줄)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전반부의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AI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용도는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생성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AI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답을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받으면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1-문법, 2-논리, 3-마지막 줄, 4-오류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5-실행해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확인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실습 1~3 중 하나를 골라 정리합니다.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 코드와 오류 메시지를 함께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AI에게 준 프롬프트와 고친 이유를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나머지 두 개도 해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프로그래밍은 순서대로 시키는 일입니다.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오류는 문법 · 실행 중 · 논리 셋으로 나뉩니다.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오류 메시지는 마지막 줄부터 읽습니다.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전반부의 AI는 고치는 용도로만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주: 코랩 시작하기와 첫 프로그램.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1475</Words>
  <Application>Microsoft Office PowerPoint</Application>
  <PresentationFormat>와이드스크린</PresentationFormat>
  <Paragraphs>298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2026-08-31T05:55:38Z</dcterms:modified>
  <cp:category/>
</cp:coreProperties>
</file>