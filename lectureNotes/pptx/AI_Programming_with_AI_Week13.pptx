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13. 여러 일을 동시에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기다리는 동안 다른 일 하기 · 제한 시간 게임 만들기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기다리는 동안 다른 일을 시킬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쓰레드를 만들고 끝날 때까지 기다릴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여럿이 같은 값을 고칠 때 생기는 문제를 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제한 시간이 있는 작은 게임을 만들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기다리는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동안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멈춰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쓰레드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기다리기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같은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함께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생기는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일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미니게임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로딩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표시와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시간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위험한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곳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찾아내기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기다리는 동안 아무것도 못 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sleep 은 프로그램 전체를 멈춰 세웁니다.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그동안 화면도 안 바뀌고 입력도 못 받습니다.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게임이라면 그 시간 동안 얼어붙은 것과 같습니다.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'기다리는 일'을 따로 떼어 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멈춰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time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print("시작")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time.sleep(1)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print("끝")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시작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시작이 나오고 1초 동안 아무 일도 없습니다.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 뒤에야 끝이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1초를 10초로 바꾸면 답답함이 확 느껴집니다.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동시에 하려면 — 쓰레드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일하는 사람을 한 명 더 두는 것과 같습니다.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 명은 기다리고 다른 한 명은 계속 일합니다.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파이썬에서는 이것을 쓰레드라고 부릅니다.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특히 기다림이 많은 일에 효과가 큽니다.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쓰레드(thread) — 프로그램 안에서 따로 도는 일꾼 하나. 주방에서 한 명이 더 붙는 것과 같습니다.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동시성(concurrency) — 여러 일을 번갈아 가며 진행하는 것. 요리하며 빨래를 돌리는 것과 같습니다.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쓰레드 만들어 실행하기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threading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work():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print("작업 중")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 = threading.Thread(target=work)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t.start()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t.join()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print("메인 끝")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작업 중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메인 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Thread 에 시킬 일의 이름을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괄호를 붙이지 않습니다. work() 가 아니라 work 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start() 가 일을 시작시킵니다.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join() 이 끝날 때까지 기다립니다.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start 와 join 이 하는 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start() — 새 일꾼을 붙여 일을 시작합니다.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join() — 그 일꾼이 끝날 때까지 기다립니다.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join 을 빼면 메인이 먼저 끝나 버릴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출력 순서가 실행할 때마다 달라집니다.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기다리지 않으면 순서가 섞입니다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threading, time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bg():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for i in range(3):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print("tick")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time.sleep(0.3)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 = threading.Thread(target=bg)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t.start()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print("메인은 계속 갑니다")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t.join()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실행할 때마다 순서가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달라질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메인이 기다리지 않고 그냥 다음 줄로 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그래서 tick 과 메인 문장이 뒤섞입니다.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여러 번 실행해 순서가 바뀌는 것을 보세요.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결과가 매번 달라지니 이 장에는 답을 적지 않았습니다.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코랩에서 쓰레드를 쓸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배경에서 찍는 print 가 다음 칸 결과에 섞일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끝나지 않는 쓰레드는 칸이 끝나도 계속 돕니다.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끝내는 조건을 반드시 넣어야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이상하면 [런타임] → [세션 다시 시작] 을 씁니다.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배경으로 돌리기 (daemon)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threading, time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bg():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while True: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print("tick")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time.sleep(0.5)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 = threading.Thread(target=bg,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         daemon=True)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t.start()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time.sleep(2)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print("메인 끝")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daemon=True 는 '메인이 끝나면 같이 끝'입니다.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이게 없으면 끝없이 도는 쓰레드가 남습니다.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몇 번 찍힐지는 매번 조금씩 다릅니다.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저장 같은 중요한 일은 daemon 으로 두지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여럿이 같은 값을 고치면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값을 하나 올리는 일은 사실 세 걸음입니다.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① 지금 값을 읽고 ② 1을 더하고 ③ 다시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두 일꾼이 ①을 동시에 하면 같은 값을 읽습니다.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그러면 두 번 더했는데 한 번만 오릅니다.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경쟁 상태(race condition) — 누가 먼저 하느냐에 따라 답이 달라지는 상태. 두 사람이 같은 칸에 동시에 적는 것과 같습니다.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값이 깨지는 것을 눈으로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count =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add():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global count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for _ in range(5):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value = count      # ① 읽고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time.sleep(0.01)   # ② 딴짓하고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count = value + 1  # ③ 쓴다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일꾼 둘이 5번씩 더하면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10 이어야 하는데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5 가 나옵니다.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②의 틈 동안 다른 일꾼이 같은 값을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둘 다 0을 읽고 둘 다 1을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두 번 더했는데 1만 오른 셈입니다.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오류가 안 나고 답만 틀리니 찾기 어렵습니다.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자물쇠로 막기 (Lock)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count =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lock = threading.Lock()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def add():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global count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for _ in range(5):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with lock: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value = count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time.sleep(0.01)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count = value + 1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이제 항상 10 이 나옵니다.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with lock: 안에는 한 번에 한 명만 들어갑니다.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먼저 들어간 일꾼이 나올 때까지 나머지는 기다립니다.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①②③이 끊기지 않고 한 묶음으로 끝납니다.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묶는 범위는 꼭 필요한 만큼만 좁게 잡습니다.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자물쇠는 좁게 겁니다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자물쇠 안에 들어간 동안은 다른 일꾼이 멈춰 섭니다.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넓게 걸면 동시에 하는 의미가 사라집니다.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같이 고치는 값 근처만 감쌉니다.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가장 좋은 것은 같이 고치는 값을 아예 줄이는 것입니다.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임계구역(critical section) — 한 번에 한 명만 들어가야 하는 코드 구간. 화장실 한 칸과 같습니다.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미니게임 1. 로딩 표시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점을 찍는 일을 쓰레드로 돌립니다.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메인은 그동안 다른 일을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메인이 끝나면 표시도 멈추게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끝내는 조건을 반드시 넣습니다.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점이 계속 찍히다가 '완료!' 가 나오며 멈춥니다.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threading, time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running = True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spinner():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while running: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print(".", end="",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    flush=True)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time.sleep(0.2)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 = threading.Thread(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target=spinner)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t.start()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time.sleep(2)   # 메인 작업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running = False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t.join()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print("완료!")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미니게임 2. 제한 시간 퀴즈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시간을 재는 쓰레드를 배경으로 돌립니다.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메인은 답을 입력받습니다.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입력이 끝난 뒤 시간 초과였는지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제한 시간을 바꿔 가며 해 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5초 안에 답하면 통과, 늦으면 시간 초과가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threading, time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timeout = False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timer():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global timeout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time.sleep(5)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timeout = True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threading.Thread(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target=timer,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daemon=True).start()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ans = input("3 + 4 = 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if timeout: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print("시간 초과!")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else: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print("입력:", ans)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더 알아보기 (시험 범위 아님)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Queue — 값을 직접 고치지 않고 쪽지로 주고받기.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Event — 끝내라는 신호를 깔끔하게 보내기.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둘 다 오늘 배운 것을 더 안전하게 만드는 도구입니다.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관심 있으면 찾아보되 시험에는 나오지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오늘은 Thread · join · Lock 세 가지면 충분합니다.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동시성은 검증이 특히 중요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쓰레드 코드는 돌 때마다 결과가 달라질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 번 잘 돌았다고 맞는 코드가 아닙니다.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AI에게 '어디가 위험한지' 먼저 물어봅니다.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코드는 여러 번 실행해 확인합니다.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 → 반영 → 검증을 기록합니다.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(위험한 곳 찾기)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제가 쓴 쓰레드 코드예요: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(코드 전체를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하려던 일: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5초 제한 퀴즈를 만들려고 해요.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여러 쓰레드가 같이 건드리는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값이 있는지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실행할 때마다 결과가 달라질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수 있는 곳을 짚어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⑤ 끝내는 조건이 빠지지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않았는지 확인하고,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고칠 곳만 알려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4142232" cy="1687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③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같이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건드리는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곧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위험한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곳입니다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④ 는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번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실행해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직접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확인해야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⑤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끝내는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조건은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코랩에서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특히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중요합니다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전체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코드를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새로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받지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말고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고칠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곳만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받습니다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끝나지 않는 쓰레드 고치기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실행하면 멈추지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칸 왼쪽 ■ 중지 단추를 눌러 멈춥니다.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무엇이 끝을 만들어 주지 않는지 찾습니다.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끝내는 조건을 넣어 스스로 멈추게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tick 이 몇 번 찍히고 스스로 멈춥니다.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threading, time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bg():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while True: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print("tick")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time.sleep(0.5)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 = threading.Thread(target=bg)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t.start()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무슨 일이 나나요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끝없이 tick 이 나옵니다.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끝나는 조건을 쓰거나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daemon=True 를 줍니다.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반드시 ■ 중지를 누르세요.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깨지는 값 고치기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913" y="2148840"/>
            <a:ext cx="5040127" cy="1491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자물쇠 없는 코드를 실행해 5가 나오는 것을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왜 10이 아닌지 세 걸음으로 설명해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with lock: 을 알맞은 자리에 넣습니다.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다시 실행해 10이 나오는지 확인합니다.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여러 번 실행해도 항상 10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def add():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global count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for _ in range(5):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value = count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time.sleep(0.01)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count = value + 1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자물쇠 없이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자물쇠를 걸면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10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세 줄을 with lock: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안으로 넣습니다.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AI와 위험한 곳 점검하기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미니게임 2의 코드를 AI에게 붙여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앞 장 템플릿으로 위험한 곳을 물어봅니다.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받은 답 중 하나를 직접 실험해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확인한 것과 못 한 것을 나눠 적습니다.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AI가 짚은 것 중 실제로 확인한 것을 가려냅니다.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확인해 볼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AI가 이렇게 말하면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직접 확인해 보세요.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"timeout 에 경쟁 상태가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있습니다"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정말 그런가요?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쓰는 쪽은 하나뿐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아닌가요?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"타이머가 입력을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끊습니다"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5초 뒤에 정말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입력이 끊기나요?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직접 해 보세요.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그럴듯한 말과 확인된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사실은 다릅니다.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 (동시성편)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여러 번 실행해도 같은 결과가 나오는가?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끝내는 조건이 들어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여러 쓰레드가 같이 고치는 값이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자물쇠를 필요한 곳에만 좁게 걸었는가?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한 줄씩 내 말로 설명할 수 있는가?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쓰레드를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시작시키는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(start / join)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끝날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때까지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기다리는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값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올리는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일은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몇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걸음일까요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같이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지키는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도구는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daemon=True 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뜻일까요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1-start, 2-join, 3-세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걸음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4-Lock, 5-메인이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끝나면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같이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제한 시간 퀴즈를 완성합니다.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문제를 세 개 내고 맞힌 개수를 셉니다.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제한 시간을 넘기면 오답으로 처리합니다.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끝내는 조건을 반드시 넣습니다.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기록 — 프롬프트, 반영, 검증을 적습니다.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쓰레드는 기다림이 많은 일에 효과가 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start 로 시작하고 join 으로 기다립니다.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같이 고치는 값은 자물쇠로 지킵니다.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끝내는 조건이 없으면 코랩에서 계속 돕니다.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내가 만든 프로그램 발표.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2129</Words>
  <Application>Microsoft Office PowerPoint</Application>
  <PresentationFormat>와이드스크린</PresentationFormat>
  <Paragraphs>437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2</cp:revision>
  <dcterms:created xsi:type="dcterms:W3CDTF">2013-01-27T09:14:16Z</dcterms:created>
  <dcterms:modified xsi:type="dcterms:W3CDTF">2026-08-31T05:51:18Z</dcterms:modified>
  <cp:category/>
</cp:coreProperties>
</file>