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12. 골라내고 줄 세우기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원하는 줄만 뽑아 · 순서대로 세우고 · 요약하기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조건에 맞는 줄만 골라낼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 두 개를 이어 붙일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값을 기준으로 줄 세우고 위에서 몇 개를 뽑을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골라낸 것을 요약해 한 문장으로 말할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골라내기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두 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붙이기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세우고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위에서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몇 개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골라내기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→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세우기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→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요약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분석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질문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분석은 '고르기'에서 시작합니다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표 전체를 한 번에 보는 일은 거의 없습니다.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'80점 넘는 사람만' 처럼 조건을 걸어 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고른 다음에 줄을 세우고 요약합니다.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 세 걸음이 데이터 분석의 기본 흐름입니다.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필터링(filtering) — 조건에 맞는 것만 골라내는 일. 체로 쳐서 큰 알갱이만 남기는 것과 같습니다.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조건으로 골라내기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print(df[df["score"] &gt;= 80])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  나     85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    다     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대괄호 안에 조건을 그대로 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조건에 맞는 줄만 남습니다.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왼쪽 숫자는 원래 몇 번째 줄이었는지입니다.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번호가 0, 1, 2 로 다시 매겨지지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조건은 참·거짓 목록입니다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df["score"] &gt;= 80 은 값 하나가 아닙니다.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줄마다 참인지 거짓인지 답한 목록입니다.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 목록을 대괄호에 넣으면 참인 줄만 남습니다.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조건을 먼저 출력해 보면 이해가 쉽습니다.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조건 두 개를 이어 붙일 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둘 다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만족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lang="en-US" sz="2200" dirty="0">
                <a:solidFill>
                  <a:srgbClr val="0F172A"/>
                </a:solidFill>
                <a:latin typeface="Malgun Gothic"/>
              </a:rPr>
              <a:t>: 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&amp; 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씁니다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둘 중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하나라도</a:t>
            </a:r>
            <a:r>
              <a:rPr lang="en-US"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lang="ko-KR" altLang="en-US" sz="2200" b="0" dirty="0">
                <a:solidFill>
                  <a:srgbClr val="0F172A"/>
                </a:solidFill>
                <a:latin typeface="Malgun Gothic"/>
              </a:rPr>
              <a:t>만족 </a:t>
            </a:r>
            <a:r>
              <a:rPr lang="en-US" altLang="ko-KR" sz="2200" b="0" dirty="0">
                <a:solidFill>
                  <a:srgbClr val="0F172A"/>
                </a:solidFill>
                <a:latin typeface="Malgun Gothic"/>
              </a:rPr>
              <a:t>: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| 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씁니다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각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반드시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괄호로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묶습니다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and 와 or 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여기서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쓸 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조건 두 개 함께 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cond = ((df["score"] &gt;= 80)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&amp; (df["score"] &lt; 90))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print(df[cond])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  나     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80 이상이면서 90 미만인 줄만 남았습니다.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괄호를 빼면 엉뚱한 결과가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조건에 이름을 붙여 두면 읽기 좋습니다.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and 를 쓰면 오류가 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print(df[df["score"] &gt;= 80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and df["score"] &lt; 90])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ValueError: The truth value of a Series is ambiguous. Use a.empty, a.bool(), a.item(), a.any() or a.all().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and 는 참·거짓 하나끼리 쓰는 말입니다.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여기서는 참·거짓이 줄 개수만큼 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ambiguous 는 '어느 쪽인지 알 수 없다'입니다.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and 를 &amp; 로 바꾸고 괄호를 씌우면 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목록 안에 있는 것만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print(df[df["name"].isin(["가", "다"])])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0    가     70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    다     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4059303" cy="10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고를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여러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개면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isin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이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편합니다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== 를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여러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번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붙일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필요가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없습니다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고를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값들을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대괄호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목록으로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넘깁니다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범위로 고르기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print(df[df["score"].between(80, 89)])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  나     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between 은 시작과 끝을 모두 포함합니다.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range 나 슬라이싱과 다른 점입니다.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&amp;를 쓴 것과 결과가 같지만 더 짧습니다.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줄 세우기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sort_values 에 기준 열 이름을 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그냥 두면 작은 값부터 올라갑니다.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ascending=False 를 주면 큰 값부터입니다.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원본은 그대로 있고 새 표가 나옵니다.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정렬(sort) — 값을 순서대로 줄 세우는 일. 키 순서로 줄을 세우는 것과 같습니다.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값 기준으로 줄 세우기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print(df.sort_values("score",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           ascending=False).head(2))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    다     90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  나     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점수가 큰 순서로 줄을 세웠습니다.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head(2) 는 위에서 두 줄만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왼쪽 번호가 뒤섞이는 것이 정상입니다.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위에서 몇 개만 바로 뽑기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print(df.nlargest(2, "score"))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    다     90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  나     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줄 세우고 자르는 일을 한 번에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작은 쪽은 nsmallest 를 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몇 개, 어느 열 기준인지 둘 다 적습니다.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골라내고 줄 세우고 뽑기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high = df[df["score"] &gt;= 80]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print(high.sort_values("score",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             ascending=False))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    다     90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  나     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골라낸 결과에 이름을 붙여 두었습니다.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그 이름으로 이어서 줄을 세웁니다.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한 줄로 이어 써도 되지만 나누면 확인이 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중간에 출력해 보면 어디가 틀렸는지 보입니다.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원하는 열만 함께 고르기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print(df.loc[df["score"] &gt;= 80, ["name"]])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  나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    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4013296" cy="142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loc 은 줄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조건과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열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함께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받습니다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쉼표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앞이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줄,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뒤가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열입니다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필요한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열만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남기면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보기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편합니다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열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대괄호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목록으로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적습니다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골라내기 → 줄 세우기 → 요약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대상을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좁힙니다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기준을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정해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세웁니다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몇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개인지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평균이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얼마인지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요약합니다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요약을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문장으로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적습니다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숫자만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뽑고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끝내면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분석이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아닙니다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골라낸 것 요약하기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"score": [70, 85, 90]})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high = df[df["score"] &gt;= 80]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print(len(high))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print(round(high["score"].mean(), 1))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87.5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len 은 몇 줄인지 세어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mean 은 평균을 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round 로 소수점 자리를 줄입니다.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'80점 이상은 2명, 평균 87.5점'이 한 문장 요약입니다.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분석 질문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무엇을 볼지 정하는 일이 제일 어렵습니다.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열 이름을 주고 볼거리를 여러 개 받아 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그중 내가 궁금한 것을 골라 코드를 받습니다.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받은 코드는 한 줄씩 설명하게 시킵니다.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프롬프트 → 반영 → 검증을 기록합니다.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(분석 질문)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제 데이터(8줄짜리 표)의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열 이름이에요: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name, study_hours, score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골라내기와 줄 세우기로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알아볼 수 있는 것을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5가지 알려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각각에 필요한 pandas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코드도 같이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④ 각 줄이 무엇을 하는지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한 줄씩 설명해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⑤ 결과를 어떻게 읽으면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되는지 적어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열 이름과 표 크기를 함께 알려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'5가지'처럼 개수를 정해 주면 답이 정리됩니다.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코드만 받지 말고 읽는 법까지 받습니다.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받은 것 중 내가 이해한 것만 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조건 두 개로 골라 상위 3개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수업 데이터를 읽어 앞부분을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80점 이상이면서 5시간 이상 공부한 줄을 고릅니다.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점수가 큰 순서로 줄을 세웁니다.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위에서 세 줄만 출력합니다.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Park · Yoon · Han 세 줄이 이 순서로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BASE = "https://raw.githubusercontent.com/MNU-AI-Programming/AI-programming/main/jupyter-notebook/"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df = pd.read_csv(BASE + "study_score.csv")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cond = ((df["score"] &gt;= 80)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&amp; (df["study_hours"] &gt;= 5))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print(df[cond]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.sort_values("score",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          ascending=False)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.head(3))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and 를 써서 난 오류 고치기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아래 코드를 실행해 오류를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빨간 글씨의 마지막 줄을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무엇을 무엇으로 바꿔야 할지 생각합니다.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괄호까지 씌워 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Han · Yoon 두 줄이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print(df[df["score"] &gt;= 80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and df["score"] &lt; 90])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ValueError: The truth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value of a Series is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ambiguous. ...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and 대신 &amp; 를 쓰고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각 조건을 괄호로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묶습니다.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AI와 분석 질문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앞 장 템플릿으로 볼거리 5가지를 받습니다.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그중 하나를 골라 코드를 받습니다.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한 줄씩 설명을 받아 읽고 직접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나온 숫자를 내 눈으로 표와 대조합니다.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AI가 준 숫자와 내가 확인한 숫자가 같습니다.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대조할 때 볼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AI가 준 코드를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그대로 믿기 전에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① 열 이름이 정말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name, study_hours,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score 인가?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② 조건의 부등호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방향이 맞는가?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③ 나온 줄 수가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말이 되는가?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(8줄 중 몇 줄?)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④ 평균이 상식에서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벗어나지 않는가?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 (표 데이터편)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열 이름이 내 데이터와 정확히 같은가?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조건을 &amp; 로 이어 붙이고 괄호를 씌웠는가?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나온 줄 수가 말이 되는가?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요약 숫자를 표와 대조해 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코드를 한 줄씩 내 말로 설명할 수 있는가?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766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두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때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쓰는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기호는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(and / &amp;)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큰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값부터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세우려면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넣을까요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위에서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보려면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between(80, 89) 에 89는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들어갈까요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열을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함께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고르는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것은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(loc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len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1-&amp;, 2-ascending=False, 3-head(3), 4-들어감, 5-loc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수업 데이터에서 조건 두 개로 골라내기.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점수 기준으로 줄 세워 위에서 세 줄을 출력합니다.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골라낸 줄이 몇 개인지, 평균이 얼마인지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결과를 한 문장으로 요약해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 기록 — 프롬프트, 반영, 검증을 적습니다.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조건은 줄마다 참·거짓을 답한 목록입니다.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조건 두 개는 &amp; 와 | 로 잇고 괄호를 씌웁니다.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줄 세우기는 sort_values, 위에서 몇 개는 head.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골라내기 → 줄 세우기 → 요약까지가 한 흐름입니다.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여러 일을 동시에 시키는 프로그램.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2257</Words>
  <Application>Microsoft Office PowerPoint</Application>
  <PresentationFormat>와이드스크린</PresentationFormat>
  <Paragraphs>416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2</cp:revision>
  <dcterms:created xsi:type="dcterms:W3CDTF">2013-01-27T09:14:16Z</dcterms:created>
  <dcterms:modified xsi:type="dcterms:W3CDTF">2026-08-31T05:49:05Z</dcterms:modified>
  <cp:category/>
</cp:coreProperties>
</file>