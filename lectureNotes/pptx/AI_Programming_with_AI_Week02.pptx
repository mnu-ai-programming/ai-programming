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84" r:id="rId4"/>
    <p:sldId id="258" r:id="rId5"/>
    <p:sldId id="259" r:id="rId6"/>
    <p:sldId id="260" r:id="rId7"/>
    <p:sldId id="281" r:id="rId8"/>
    <p:sldId id="261" r:id="rId9"/>
    <p:sldId id="262" r:id="rId10"/>
    <p:sldId id="283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957499-31F9-4C58-A732-38AB604326E1}" v="13" dt="2026-02-20T09:01:58.3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2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ungho Lee" userId="8d4cb33d81fe8010" providerId="LiveId" clId="{95971DB8-E339-4B32-80CF-0D8F9D8B87F2}"/>
    <pc:docChg chg="undo custSel addSld delSld modSld">
      <pc:chgData name="Youngho Lee" userId="8d4cb33d81fe8010" providerId="LiveId" clId="{95971DB8-E339-4B32-80CF-0D8F9D8B87F2}" dt="2026-02-20T09:03:31.110" v="133" actId="1076"/>
      <pc:docMkLst>
        <pc:docMk/>
      </pc:docMkLst>
      <pc:sldChg chg="addSp delSp modSp mod">
        <pc:chgData name="Youngho Lee" userId="8d4cb33d81fe8010" providerId="LiveId" clId="{95971DB8-E339-4B32-80CF-0D8F9D8B87F2}" dt="2026-02-20T08:59:51.509" v="80" actId="22"/>
        <pc:sldMkLst>
          <pc:docMk/>
          <pc:sldMk cId="0" sldId="256"/>
        </pc:sldMkLst>
        <pc:spChg chg="del">
          <ac:chgData name="Youngho Lee" userId="8d4cb33d81fe8010" providerId="LiveId" clId="{95971DB8-E339-4B32-80CF-0D8F9D8B87F2}" dt="2026-02-20T08:54:17.548" v="0" actId="478"/>
          <ac:spMkLst>
            <pc:docMk/>
            <pc:sldMk cId="0" sldId="256"/>
            <ac:spMk id="7" creationId="{00000000-0000-0000-0000-000000000000}"/>
          </ac:spMkLst>
        </pc:spChg>
        <pc:spChg chg="add del mod">
          <ac:chgData name="Youngho Lee" userId="8d4cb33d81fe8010" providerId="LiveId" clId="{95971DB8-E339-4B32-80CF-0D8F9D8B87F2}" dt="2026-02-20T08:59:51.509" v="80" actId="22"/>
          <ac:spMkLst>
            <pc:docMk/>
            <pc:sldMk cId="0" sldId="256"/>
            <ac:spMk id="9" creationId="{A8EB97EF-EA3D-2EB1-C0B7-D8D685D6E41A}"/>
          </ac:spMkLst>
        </pc:spChg>
      </pc:sldChg>
      <pc:sldChg chg="delSp modSp mod">
        <pc:chgData name="Youngho Lee" userId="8d4cb33d81fe8010" providerId="LiveId" clId="{95971DB8-E339-4B32-80CF-0D8F9D8B87F2}" dt="2026-02-20T08:54:26.358" v="3" actId="478"/>
        <pc:sldMkLst>
          <pc:docMk/>
          <pc:sldMk cId="0" sldId="257"/>
        </pc:sldMkLst>
        <pc:spChg chg="del">
          <ac:chgData name="Youngho Lee" userId="8d4cb33d81fe8010" providerId="LiveId" clId="{95971DB8-E339-4B32-80CF-0D8F9D8B87F2}" dt="2026-02-20T08:54:23.535" v="1" actId="478"/>
          <ac:spMkLst>
            <pc:docMk/>
            <pc:sldMk cId="0" sldId="257"/>
            <ac:spMk id="5" creationId="{00000000-0000-0000-0000-000000000000}"/>
          </ac:spMkLst>
        </pc:spChg>
        <pc:spChg chg="del mod">
          <ac:chgData name="Youngho Lee" userId="8d4cb33d81fe8010" providerId="LiveId" clId="{95971DB8-E339-4B32-80CF-0D8F9D8B87F2}" dt="2026-02-20T08:54:26.358" v="3" actId="478"/>
          <ac:spMkLst>
            <pc:docMk/>
            <pc:sldMk cId="0" sldId="25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4:29.899" v="4" actId="478"/>
        <pc:sldMkLst>
          <pc:docMk/>
          <pc:sldMk cId="0" sldId="258"/>
        </pc:sldMkLst>
        <pc:spChg chg="del">
          <ac:chgData name="Youngho Lee" userId="8d4cb33d81fe8010" providerId="LiveId" clId="{95971DB8-E339-4B32-80CF-0D8F9D8B87F2}" dt="2026-02-20T08:54:29.899" v="4" actId="478"/>
          <ac:spMkLst>
            <pc:docMk/>
            <pc:sldMk cId="0" sldId="258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4:33.309" v="5" actId="478"/>
        <pc:sldMkLst>
          <pc:docMk/>
          <pc:sldMk cId="0" sldId="259"/>
        </pc:sldMkLst>
        <pc:spChg chg="del">
          <ac:chgData name="Youngho Lee" userId="8d4cb33d81fe8010" providerId="LiveId" clId="{95971DB8-E339-4B32-80CF-0D8F9D8B87F2}" dt="2026-02-20T08:54:33.309" v="5" actId="478"/>
          <ac:spMkLst>
            <pc:docMk/>
            <pc:sldMk cId="0" sldId="25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4:37.607" v="6" actId="478"/>
        <pc:sldMkLst>
          <pc:docMk/>
          <pc:sldMk cId="0" sldId="260"/>
        </pc:sldMkLst>
        <pc:spChg chg="del">
          <ac:chgData name="Youngho Lee" userId="8d4cb33d81fe8010" providerId="LiveId" clId="{95971DB8-E339-4B32-80CF-0D8F9D8B87F2}" dt="2026-02-20T08:54:37.607" v="6" actId="478"/>
          <ac:spMkLst>
            <pc:docMk/>
            <pc:sldMk cId="0" sldId="260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4:43.049" v="8" actId="478"/>
        <pc:sldMkLst>
          <pc:docMk/>
          <pc:sldMk cId="0" sldId="261"/>
        </pc:sldMkLst>
        <pc:spChg chg="del">
          <ac:chgData name="Youngho Lee" userId="8d4cb33d81fe8010" providerId="LiveId" clId="{95971DB8-E339-4B32-80CF-0D8F9D8B87F2}" dt="2026-02-20T08:54:43.049" v="8" actId="478"/>
          <ac:spMkLst>
            <pc:docMk/>
            <pc:sldMk cId="0" sldId="261"/>
            <ac:spMk id="6" creationId="{00000000-0000-0000-0000-000000000000}"/>
          </ac:spMkLst>
        </pc:spChg>
      </pc:sldChg>
      <pc:sldChg chg="addSp delSp modSp mod">
        <pc:chgData name="Youngho Lee" userId="8d4cb33d81fe8010" providerId="LiveId" clId="{95971DB8-E339-4B32-80CF-0D8F9D8B87F2}" dt="2026-02-20T08:58:38.245" v="76" actId="1076"/>
        <pc:sldMkLst>
          <pc:docMk/>
          <pc:sldMk cId="0" sldId="262"/>
        </pc:sldMkLst>
        <pc:spChg chg="add del">
          <ac:chgData name="Youngho Lee" userId="8d4cb33d81fe8010" providerId="LiveId" clId="{95971DB8-E339-4B32-80CF-0D8F9D8B87F2}" dt="2026-02-20T08:54:51.204" v="11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08:55:19.540" v="41" actId="20577"/>
          <ac:spMkLst>
            <pc:docMk/>
            <pc:sldMk cId="0" sldId="262"/>
            <ac:spMk id="8" creationId="{00000000-0000-0000-0000-000000000000}"/>
          </ac:spMkLst>
        </pc:spChg>
        <pc:spChg chg="mod">
          <ac:chgData name="Youngho Lee" userId="8d4cb33d81fe8010" providerId="LiveId" clId="{95971DB8-E339-4B32-80CF-0D8F9D8B87F2}" dt="2026-02-20T08:57:56.066" v="71" actId="12"/>
          <ac:spMkLst>
            <pc:docMk/>
            <pc:sldMk cId="0" sldId="262"/>
            <ac:spMk id="10" creationId="{00000000-0000-0000-0000-000000000000}"/>
          </ac:spMkLst>
        </pc:spChg>
        <pc:spChg chg="mod">
          <ac:chgData name="Youngho Lee" userId="8d4cb33d81fe8010" providerId="LiveId" clId="{95971DB8-E339-4B32-80CF-0D8F9D8B87F2}" dt="2026-02-20T08:55:22.779" v="42" actId="6549"/>
          <ac:spMkLst>
            <pc:docMk/>
            <pc:sldMk cId="0" sldId="262"/>
            <ac:spMk id="11" creationId="{00000000-0000-0000-0000-000000000000}"/>
          </ac:spMkLst>
        </pc:spChg>
        <pc:spChg chg="del">
          <ac:chgData name="Youngho Lee" userId="8d4cb33d81fe8010" providerId="LiveId" clId="{95971DB8-E339-4B32-80CF-0D8F9D8B87F2}" dt="2026-02-20T08:55:28.094" v="44" actId="478"/>
          <ac:spMkLst>
            <pc:docMk/>
            <pc:sldMk cId="0" sldId="262"/>
            <ac:spMk id="14" creationId="{6D042E34-7A06-4F4B-AA16-63299EFD1B6F}"/>
          </ac:spMkLst>
        </pc:spChg>
        <pc:picChg chg="add mod">
          <ac:chgData name="Youngho Lee" userId="8d4cb33d81fe8010" providerId="LiveId" clId="{95971DB8-E339-4B32-80CF-0D8F9D8B87F2}" dt="2026-02-20T08:58:38.245" v="76" actId="1076"/>
          <ac:picMkLst>
            <pc:docMk/>
            <pc:sldMk cId="0" sldId="262"/>
            <ac:picMk id="13" creationId="{33731965-8674-B5B2-9370-72D005C8E638}"/>
          </ac:picMkLst>
        </pc:picChg>
        <pc:picChg chg="add del">
          <ac:chgData name="Youngho Lee" userId="8d4cb33d81fe8010" providerId="LiveId" clId="{95971DB8-E339-4B32-80CF-0D8F9D8B87F2}" dt="2026-02-20T08:55:25.409" v="43" actId="478"/>
          <ac:picMkLst>
            <pc:docMk/>
            <pc:sldMk cId="0" sldId="262"/>
            <ac:picMk id="2052" creationId="{C09B04C2-EFAF-4AB1-91F6-8A2D827CFF6E}"/>
          </ac:picMkLst>
        </pc:picChg>
      </pc:sldChg>
      <pc:sldChg chg="delSp mod">
        <pc:chgData name="Youngho Lee" userId="8d4cb33d81fe8010" providerId="LiveId" clId="{95971DB8-E339-4B32-80CF-0D8F9D8B87F2}" dt="2026-02-20T08:55:44.779" v="47" actId="478"/>
        <pc:sldMkLst>
          <pc:docMk/>
          <pc:sldMk cId="0" sldId="264"/>
        </pc:sldMkLst>
        <pc:spChg chg="del">
          <ac:chgData name="Youngho Lee" userId="8d4cb33d81fe8010" providerId="LiveId" clId="{95971DB8-E339-4B32-80CF-0D8F9D8B87F2}" dt="2026-02-20T08:55:44.779" v="47" actId="478"/>
          <ac:spMkLst>
            <pc:docMk/>
            <pc:sldMk cId="0" sldId="264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5:47.863" v="48" actId="478"/>
        <pc:sldMkLst>
          <pc:docMk/>
          <pc:sldMk cId="0" sldId="265"/>
        </pc:sldMkLst>
        <pc:spChg chg="del">
          <ac:chgData name="Youngho Lee" userId="8d4cb33d81fe8010" providerId="LiveId" clId="{95971DB8-E339-4B32-80CF-0D8F9D8B87F2}" dt="2026-02-20T08:55:47.863" v="48" actId="478"/>
          <ac:spMkLst>
            <pc:docMk/>
            <pc:sldMk cId="0" sldId="265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5:50.767" v="49" actId="478"/>
        <pc:sldMkLst>
          <pc:docMk/>
          <pc:sldMk cId="0" sldId="266"/>
        </pc:sldMkLst>
        <pc:spChg chg="del">
          <ac:chgData name="Youngho Lee" userId="8d4cb33d81fe8010" providerId="LiveId" clId="{95971DB8-E339-4B32-80CF-0D8F9D8B87F2}" dt="2026-02-20T08:55:50.767" v="49" actId="478"/>
          <ac:spMkLst>
            <pc:docMk/>
            <pc:sldMk cId="0" sldId="266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5:52.696" v="50" actId="478"/>
        <pc:sldMkLst>
          <pc:docMk/>
          <pc:sldMk cId="0" sldId="267"/>
        </pc:sldMkLst>
        <pc:spChg chg="del">
          <ac:chgData name="Youngho Lee" userId="8d4cb33d81fe8010" providerId="LiveId" clId="{95971DB8-E339-4B32-80CF-0D8F9D8B87F2}" dt="2026-02-20T08:55:52.696" v="50" actId="478"/>
          <ac:spMkLst>
            <pc:docMk/>
            <pc:sldMk cId="0" sldId="26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5:56.349" v="52" actId="478"/>
        <pc:sldMkLst>
          <pc:docMk/>
          <pc:sldMk cId="0" sldId="268"/>
        </pc:sldMkLst>
        <pc:spChg chg="del">
          <ac:chgData name="Youngho Lee" userId="8d4cb33d81fe8010" providerId="LiveId" clId="{95971DB8-E339-4B32-80CF-0D8F9D8B87F2}" dt="2026-02-20T08:55:54.897" v="51" actId="478"/>
          <ac:spMkLst>
            <pc:docMk/>
            <pc:sldMk cId="0" sldId="268"/>
            <ac:spMk id="5" creationId="{00000000-0000-0000-0000-000000000000}"/>
          </ac:spMkLst>
        </pc:spChg>
        <pc:spChg chg="del">
          <ac:chgData name="Youngho Lee" userId="8d4cb33d81fe8010" providerId="LiveId" clId="{95971DB8-E339-4B32-80CF-0D8F9D8B87F2}" dt="2026-02-20T08:55:56.349" v="52" actId="478"/>
          <ac:spMkLst>
            <pc:docMk/>
            <pc:sldMk cId="0" sldId="268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6:00.777" v="53" actId="478"/>
        <pc:sldMkLst>
          <pc:docMk/>
          <pc:sldMk cId="0" sldId="269"/>
        </pc:sldMkLst>
        <pc:spChg chg="del">
          <ac:chgData name="Youngho Lee" userId="8d4cb33d81fe8010" providerId="LiveId" clId="{95971DB8-E339-4B32-80CF-0D8F9D8B87F2}" dt="2026-02-20T08:56:00.777" v="53" actId="478"/>
          <ac:spMkLst>
            <pc:docMk/>
            <pc:sldMk cId="0" sldId="26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6:04.790" v="54" actId="478"/>
        <pc:sldMkLst>
          <pc:docMk/>
          <pc:sldMk cId="0" sldId="270"/>
        </pc:sldMkLst>
        <pc:spChg chg="del">
          <ac:chgData name="Youngho Lee" userId="8d4cb33d81fe8010" providerId="LiveId" clId="{95971DB8-E339-4B32-80CF-0D8F9D8B87F2}" dt="2026-02-20T08:56:04.790" v="54" actId="478"/>
          <ac:spMkLst>
            <pc:docMk/>
            <pc:sldMk cId="0" sldId="270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6:06.700" v="55" actId="478"/>
        <pc:sldMkLst>
          <pc:docMk/>
          <pc:sldMk cId="0" sldId="271"/>
        </pc:sldMkLst>
        <pc:spChg chg="del">
          <ac:chgData name="Youngho Lee" userId="8d4cb33d81fe8010" providerId="LiveId" clId="{95971DB8-E339-4B32-80CF-0D8F9D8B87F2}" dt="2026-02-20T08:56:06.700" v="55" actId="478"/>
          <ac:spMkLst>
            <pc:docMk/>
            <pc:sldMk cId="0" sldId="271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6:08.770" v="56" actId="478"/>
        <pc:sldMkLst>
          <pc:docMk/>
          <pc:sldMk cId="0" sldId="272"/>
        </pc:sldMkLst>
        <pc:spChg chg="del">
          <ac:chgData name="Youngho Lee" userId="8d4cb33d81fe8010" providerId="LiveId" clId="{95971DB8-E339-4B32-80CF-0D8F9D8B87F2}" dt="2026-02-20T08:56:08.770" v="56" actId="478"/>
          <ac:spMkLst>
            <pc:docMk/>
            <pc:sldMk cId="0" sldId="272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6:10.847" v="57" actId="478"/>
        <pc:sldMkLst>
          <pc:docMk/>
          <pc:sldMk cId="0" sldId="273"/>
        </pc:sldMkLst>
        <pc:spChg chg="del">
          <ac:chgData name="Youngho Lee" userId="8d4cb33d81fe8010" providerId="LiveId" clId="{95971DB8-E339-4B32-80CF-0D8F9D8B87F2}" dt="2026-02-20T08:56:10.847" v="57" actId="478"/>
          <ac:spMkLst>
            <pc:docMk/>
            <pc:sldMk cId="0" sldId="273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6:14.048" v="58" actId="478"/>
        <pc:sldMkLst>
          <pc:docMk/>
          <pc:sldMk cId="0" sldId="274"/>
        </pc:sldMkLst>
        <pc:spChg chg="del">
          <ac:chgData name="Youngho Lee" userId="8d4cb33d81fe8010" providerId="LiveId" clId="{95971DB8-E339-4B32-80CF-0D8F9D8B87F2}" dt="2026-02-20T08:56:14.048" v="58" actId="478"/>
          <ac:spMkLst>
            <pc:docMk/>
            <pc:sldMk cId="0" sldId="274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6:16.658" v="59" actId="478"/>
        <pc:sldMkLst>
          <pc:docMk/>
          <pc:sldMk cId="0" sldId="275"/>
        </pc:sldMkLst>
        <pc:spChg chg="del">
          <ac:chgData name="Youngho Lee" userId="8d4cb33d81fe8010" providerId="LiveId" clId="{95971DB8-E339-4B32-80CF-0D8F9D8B87F2}" dt="2026-02-20T08:56:16.658" v="59" actId="478"/>
          <ac:spMkLst>
            <pc:docMk/>
            <pc:sldMk cId="0" sldId="275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6:18.941" v="60" actId="478"/>
        <pc:sldMkLst>
          <pc:docMk/>
          <pc:sldMk cId="0" sldId="276"/>
        </pc:sldMkLst>
        <pc:spChg chg="del">
          <ac:chgData name="Youngho Lee" userId="8d4cb33d81fe8010" providerId="LiveId" clId="{95971DB8-E339-4B32-80CF-0D8F9D8B87F2}" dt="2026-02-20T08:56:18.941" v="60" actId="478"/>
          <ac:spMkLst>
            <pc:docMk/>
            <pc:sldMk cId="0" sldId="276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6:21.312" v="61" actId="478"/>
        <pc:sldMkLst>
          <pc:docMk/>
          <pc:sldMk cId="0" sldId="277"/>
        </pc:sldMkLst>
        <pc:spChg chg="del">
          <ac:chgData name="Youngho Lee" userId="8d4cb33d81fe8010" providerId="LiveId" clId="{95971DB8-E339-4B32-80CF-0D8F9D8B87F2}" dt="2026-02-20T08:56:21.312" v="61" actId="478"/>
          <ac:spMkLst>
            <pc:docMk/>
            <pc:sldMk cId="0" sldId="27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6:23.985" v="62" actId="478"/>
        <pc:sldMkLst>
          <pc:docMk/>
          <pc:sldMk cId="0" sldId="278"/>
        </pc:sldMkLst>
        <pc:spChg chg="del">
          <ac:chgData name="Youngho Lee" userId="8d4cb33d81fe8010" providerId="LiveId" clId="{95971DB8-E339-4B32-80CF-0D8F9D8B87F2}" dt="2026-02-20T08:56:23.985" v="62" actId="478"/>
          <ac:spMkLst>
            <pc:docMk/>
            <pc:sldMk cId="0" sldId="278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6:26.253" v="63" actId="478"/>
        <pc:sldMkLst>
          <pc:docMk/>
          <pc:sldMk cId="0" sldId="279"/>
        </pc:sldMkLst>
        <pc:spChg chg="del">
          <ac:chgData name="Youngho Lee" userId="8d4cb33d81fe8010" providerId="LiveId" clId="{95971DB8-E339-4B32-80CF-0D8F9D8B87F2}" dt="2026-02-20T08:56:26.253" v="63" actId="478"/>
          <ac:spMkLst>
            <pc:docMk/>
            <pc:sldMk cId="0" sldId="27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6:29.746" v="64" actId="478"/>
        <pc:sldMkLst>
          <pc:docMk/>
          <pc:sldMk cId="0" sldId="280"/>
        </pc:sldMkLst>
        <pc:spChg chg="del">
          <ac:chgData name="Youngho Lee" userId="8d4cb33d81fe8010" providerId="LiveId" clId="{95971DB8-E339-4B32-80CF-0D8F9D8B87F2}" dt="2026-02-20T08:56:29.746" v="64" actId="478"/>
          <ac:spMkLst>
            <pc:docMk/>
            <pc:sldMk cId="0" sldId="280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8:54:40.824" v="7" actId="478"/>
        <pc:sldMkLst>
          <pc:docMk/>
          <pc:sldMk cId="2802436598" sldId="281"/>
        </pc:sldMkLst>
        <pc:spChg chg="del">
          <ac:chgData name="Youngho Lee" userId="8d4cb33d81fe8010" providerId="LiveId" clId="{95971DB8-E339-4B32-80CF-0D8F9D8B87F2}" dt="2026-02-20T08:54:40.824" v="7" actId="478"/>
          <ac:spMkLst>
            <pc:docMk/>
            <pc:sldMk cId="2802436598" sldId="281"/>
            <ac:spMk id="6" creationId="{00000000-0000-0000-0000-000000000000}"/>
          </ac:spMkLst>
        </pc:spChg>
      </pc:sldChg>
      <pc:sldChg chg="new del">
        <pc:chgData name="Youngho Lee" userId="8d4cb33d81fe8010" providerId="LiveId" clId="{95971DB8-E339-4B32-80CF-0D8F9D8B87F2}" dt="2026-02-20T08:55:05.885" v="14" actId="47"/>
        <pc:sldMkLst>
          <pc:docMk/>
          <pc:sldMk cId="4071195501" sldId="282"/>
        </pc:sldMkLst>
      </pc:sldChg>
      <pc:sldChg chg="modSp add mod setBg">
        <pc:chgData name="Youngho Lee" userId="8d4cb33d81fe8010" providerId="LiveId" clId="{95971DB8-E339-4B32-80CF-0D8F9D8B87F2}" dt="2026-02-20T08:55:33.704" v="46" actId="20577"/>
        <pc:sldMkLst>
          <pc:docMk/>
          <pc:sldMk cId="2639427447" sldId="283"/>
        </pc:sldMkLst>
        <pc:spChg chg="mod">
          <ac:chgData name="Youngho Lee" userId="8d4cb33d81fe8010" providerId="LiveId" clId="{95971DB8-E339-4B32-80CF-0D8F9D8B87F2}" dt="2026-02-20T08:55:33.704" v="46" actId="20577"/>
          <ac:spMkLst>
            <pc:docMk/>
            <pc:sldMk cId="2639427447" sldId="283"/>
            <ac:spMk id="8" creationId="{FF96B5B1-85AD-CE94-80CE-6E70A0CFCC56}"/>
          </ac:spMkLst>
        </pc:spChg>
      </pc:sldChg>
      <pc:sldChg chg="new del">
        <pc:chgData name="Youngho Lee" userId="8d4cb33d81fe8010" providerId="LiveId" clId="{95971DB8-E339-4B32-80CF-0D8F9D8B87F2}" dt="2026-02-20T08:59:58.971" v="82" actId="680"/>
        <pc:sldMkLst>
          <pc:docMk/>
          <pc:sldMk cId="563146253" sldId="284"/>
        </pc:sldMkLst>
      </pc:sldChg>
      <pc:sldChg chg="addSp modSp add mod setBg">
        <pc:chgData name="Youngho Lee" userId="8d4cb33d81fe8010" providerId="LiveId" clId="{95971DB8-E339-4B32-80CF-0D8F9D8B87F2}" dt="2026-02-20T09:03:31.110" v="133" actId="1076"/>
        <pc:sldMkLst>
          <pc:docMk/>
          <pc:sldMk cId="1657139275" sldId="284"/>
        </pc:sldMkLst>
        <pc:spChg chg="mod">
          <ac:chgData name="Youngho Lee" userId="8d4cb33d81fe8010" providerId="LiveId" clId="{95971DB8-E339-4B32-80CF-0D8F9D8B87F2}" dt="2026-02-20T09:00:08.766" v="102" actId="20577"/>
          <ac:spMkLst>
            <pc:docMk/>
            <pc:sldMk cId="1657139275" sldId="284"/>
            <ac:spMk id="8" creationId="{8ADF7F6D-07F8-F3B8-D425-6AAA0DDB6B2E}"/>
          </ac:spMkLst>
        </pc:spChg>
        <pc:spChg chg="mod ord">
          <ac:chgData name="Youngho Lee" userId="8d4cb33d81fe8010" providerId="LiveId" clId="{95971DB8-E339-4B32-80CF-0D8F9D8B87F2}" dt="2026-02-20T09:02:04.211" v="128" actId="12"/>
          <ac:spMkLst>
            <pc:docMk/>
            <pc:sldMk cId="1657139275" sldId="284"/>
            <ac:spMk id="10" creationId="{9074D6CE-B0E5-9D27-6619-E63352D4DD02}"/>
          </ac:spMkLst>
        </pc:spChg>
        <pc:spChg chg="mod">
          <ac:chgData name="Youngho Lee" userId="8d4cb33d81fe8010" providerId="LiveId" clId="{95971DB8-E339-4B32-80CF-0D8F9D8B87F2}" dt="2026-02-20T09:00:13.663" v="103" actId="6549"/>
          <ac:spMkLst>
            <pc:docMk/>
            <pc:sldMk cId="1657139275" sldId="284"/>
            <ac:spMk id="11" creationId="{409D71FF-D2B0-96D0-8004-1AA687DEBBCD}"/>
          </ac:spMkLst>
        </pc:spChg>
        <pc:picChg chg="add mod">
          <ac:chgData name="Youngho Lee" userId="8d4cb33d81fe8010" providerId="LiveId" clId="{95971DB8-E339-4B32-80CF-0D8F9D8B87F2}" dt="2026-02-20T09:03:31.110" v="133" actId="1076"/>
          <ac:picMkLst>
            <pc:docMk/>
            <pc:sldMk cId="1657139275" sldId="284"/>
            <ac:picMk id="6" creationId="{75D564EB-E20A-2AC7-6416-B8EDC4A57B6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786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0A40A-FAAF-FF20-0F42-A67D5CCFF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3D373D-ED0C-FDDA-4D1C-CA6BD8E2BF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802B65-6A00-1F36-D3D6-6D34E7184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9D41B-9F1E-57FD-4002-06D498775E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4366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5012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D01F9-011B-A961-376B-9BADA69D7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4AFB73-B774-A9FC-F538-D278322469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B14150-9017-DA25-B2EE-5AE2AD240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8A0DA-EB8F-7DBD-5E67-E7071D5987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0166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 rot="10800000">
            <a:off x="8899855" y="3931920"/>
            <a:ext cx="3840480" cy="3840480"/>
          </a:xfrm>
          <a:prstGeom prst="rtTriangl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606040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1FA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2. 파이썬 환경 구축과 Hello World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324612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설치·설정·실행까지 한 번에 (With AI 활용)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목표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개발환경(인터프리터·에디터·터미널)을 구성할 수 있다.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가상환경(venv)과 패키지 관리자(pip)의 목적을 설명할 수 있다.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 World 프로그램을 작성·실행하고, LLM으로 설명/개선을 요청할 수 있다.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92507-D0BC-009E-D392-2FAD2520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8">
            <a:extLst>
              <a:ext uri="{FF2B5EF4-FFF2-40B4-BE49-F238E27FC236}">
                <a16:creationId xmlns:a16="http://schemas.microsoft.com/office/drawing/2014/main" id="{9074D6CE-B0E5-9D27-6619-E63352D4DD02}"/>
              </a:ext>
            </a:extLst>
          </p:cNvPr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/>
              <a:t>저장소</a:t>
            </a:r>
            <a:r>
              <a:rPr lang="en-US" altLang="ko-KR"/>
              <a:t>: https://github.com/MNU-AI-Programming/AI-programming</a:t>
            </a:r>
            <a:endParaRPr lang="ko-KR" altLang="en-US" dirty="0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354C8C71-C26E-6971-F5D8-B7F0F6B89D2B}"/>
              </a:ext>
            </a:extLst>
          </p:cNvPr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DBF128-5825-45CE-B9C8-E728A3F8B072}"/>
              </a:ext>
            </a:extLst>
          </p:cNvPr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4184223-0B92-F0EA-88FD-D0A4D851BAB8}"/>
              </a:ext>
            </a:extLst>
          </p:cNvPr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5C89619-2E63-BCAB-504F-C8120D91AAA2}"/>
              </a:ext>
            </a:extLst>
          </p:cNvPr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1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ADF7F6D-07F8-F3B8-D425-6AAA0DDB6B2E}"/>
              </a:ext>
            </a:extLst>
          </p:cNvPr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</a:t>
            </a: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</a:t>
            </a:r>
            <a:endParaRPr lang="en-US" sz="30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5F3CA9E-2677-2940-A193-F606C76E8A6A}"/>
              </a:ext>
            </a:extLst>
          </p:cNvPr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09D71FF-D2B0-96D0-8004-1AA687DEBBCD}"/>
              </a:ext>
            </a:extLst>
          </p:cNvPr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endParaRPr lang="en-US" sz="2200" dirty="0"/>
          </a:p>
        </p:txBody>
      </p:sp>
      <p:pic>
        <p:nvPicPr>
          <p:cNvPr id="6" name="그림 5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D564EB-E20A-2AC7-6416-B8EDC4A57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210" y="2269036"/>
            <a:ext cx="7999268" cy="438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139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구성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개발환경 구성 요소 이해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설치 &amp; 설치 확인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 Code 기본 설정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가상환경(venv) &amp; pip 기본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 World 작성/실행 + LLM 활용 실습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개발환경 구성 요소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339684" y="3176643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312252" y="3341235"/>
            <a:ext cx="1664208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013036" y="3400671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305644" y="3176643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278212" y="3341235"/>
            <a:ext cx="1664208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터미널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983568" y="3405243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267032" y="3176643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5239600" y="3341235"/>
            <a:ext cx="1664208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에디터</a:t>
            </a:r>
            <a:endParaRPr lang="en-US" sz="1600" b="1" dirty="0">
              <a:solidFill>
                <a:srgbClr val="0F172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(IDE)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931240" y="3414387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7242136" y="3199682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7322280" y="3373238"/>
            <a:ext cx="157349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패키지</a:t>
            </a:r>
            <a:endParaRPr lang="en-US" sz="1600" b="1" dirty="0">
              <a:solidFill>
                <a:srgbClr val="0F172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(pip)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906344" y="3419138"/>
            <a:ext cx="256032" cy="521208"/>
          </a:xfrm>
          <a:prstGeom prst="rightArrow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9203524" y="3199682"/>
            <a:ext cx="163677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9229880" y="3391168"/>
            <a:ext cx="1650492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가상환경</a:t>
            </a:r>
            <a:b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(venv)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0120" y="4599432"/>
            <a:ext cx="1027145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목표: “설치→실행→확인→정리”까지 스스로 할 수 있게 만들기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설치(개요)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Windows: Python 설치 시 “Add Python to PATH” 옵션 체크 권장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macOS: 공식 설치 또는 패키지 매니저(예: Homebrew) 사용 가능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Linux: 배포판 패키지 매니저(apt/yum 등) 또는 공식 설치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Python 3.x 환경을 사용(버전은 학기 중 안내 기준 따름)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742432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설치가 </a:t>
            </a:r>
            <a:r>
              <a:rPr lang="en-US" sz="1400" i="1" dirty="0" err="1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막히면</a:t>
            </a:r>
            <a:r>
              <a:rPr lang="en-US" sz="14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AI</a:t>
            </a:r>
            <a:r>
              <a:rPr lang="ko-KR" altLang="en-US" sz="14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</a:t>
            </a:r>
            <a:r>
              <a:rPr lang="en-US" sz="1400" i="1" dirty="0" err="1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</a:t>
            </a:r>
            <a:r>
              <a:rPr lang="en-US" sz="14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메시지/</a:t>
            </a:r>
            <a:r>
              <a:rPr lang="en-US" sz="1400" i="1" dirty="0" err="1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스크린샷을</a:t>
            </a:r>
            <a:r>
              <a:rPr lang="en-US" sz="14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포함해</a:t>
            </a:r>
            <a:r>
              <a:rPr lang="en-US" sz="14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구체적으로 자세하게</a:t>
            </a:r>
            <a:r>
              <a:rPr lang="en-US" sz="14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질문하세요.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잠깐</a:t>
            </a:r>
            <a:r>
              <a:rPr lang="en-US" altLang="ko-KR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</a:t>
            </a:r>
            <a:r>
              <a:rPr lang="ko-KR" alt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터미널</a:t>
            </a:r>
            <a:r>
              <a:rPr lang="en-US" altLang="ko-KR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(Terminal)</a:t>
            </a:r>
            <a:r>
              <a:rPr lang="ko-KR" alt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이란</a:t>
            </a:r>
            <a:r>
              <a:rPr lang="en-US" altLang="ko-KR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터미널은 컴퓨터에게 명령을 “</a:t>
            </a:r>
            <a:r>
              <a:rPr lang="ko-KR" altLang="en-US" sz="2200" dirty="0" err="1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글자”로</a:t>
            </a: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입력하는 창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하는 일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</a:t>
            </a: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어디에서 실행할지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정하고 </a:t>
            </a:r>
            <a:b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altLang="ko-KR" sz="2200" dirty="0">
                <a:solidFill>
                  <a:srgbClr val="0F172A"/>
                </a:solidFill>
                <a:highlight>
                  <a:srgbClr val="C0C0C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</a:t>
            </a:r>
            <a:r>
              <a:rPr lang="ko-KR" altLang="en-US" sz="2200" dirty="0">
                <a:solidFill>
                  <a:srgbClr val="0F172A"/>
                </a:solidFill>
                <a:highlight>
                  <a:srgbClr val="C0C0C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파일이름</a:t>
            </a:r>
            <a:r>
              <a:rPr lang="en-US" altLang="ko-KR" sz="2200" dirty="0">
                <a:solidFill>
                  <a:srgbClr val="0F172A"/>
                </a:solidFill>
                <a:highlight>
                  <a:srgbClr val="C0C0C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altLang="ko-KR" sz="2200" dirty="0" err="1">
                <a:solidFill>
                  <a:srgbClr val="0F172A"/>
                </a:solidFill>
                <a:highlight>
                  <a:srgbClr val="C0C0C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</a:t>
            </a:r>
            <a:r>
              <a:rPr lang="en-US" altLang="ko-KR" sz="2200" dirty="0">
                <a:solidFill>
                  <a:srgbClr val="0F172A"/>
                </a:solidFill>
                <a:highlight>
                  <a:srgbClr val="C0C0C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 실행 명령을 준다</a:t>
            </a:r>
            <a:r>
              <a:rPr lang="en-US" altLang="ko-KR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200" dirty="0"/>
              <a:t>왜 쓰나</a:t>
            </a:r>
            <a:r>
              <a:rPr lang="en-US" altLang="ko-KR" sz="2200" dirty="0"/>
              <a:t>?</a:t>
            </a:r>
          </a:p>
          <a:p>
            <a:pPr marL="812800" lvl="1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200" dirty="0"/>
              <a:t>실행</a:t>
            </a:r>
            <a:r>
              <a:rPr lang="en-US" altLang="ko-KR" sz="2200" dirty="0"/>
              <a:t>/</a:t>
            </a:r>
            <a:r>
              <a:rPr lang="ko-KR" altLang="en-US" sz="2200" dirty="0"/>
              <a:t>설치</a:t>
            </a:r>
            <a:r>
              <a:rPr lang="en-US" altLang="ko-KR" sz="2200" dirty="0"/>
              <a:t>/</a:t>
            </a:r>
            <a:r>
              <a:rPr lang="ko-KR" altLang="en-US" sz="2200" dirty="0"/>
              <a:t>확인</a:t>
            </a:r>
            <a:r>
              <a:rPr lang="en-US" altLang="ko-KR" sz="2200" dirty="0"/>
              <a:t>(</a:t>
            </a:r>
            <a:r>
              <a:rPr lang="ko-KR" altLang="en-US" sz="2200" dirty="0"/>
              <a:t>버전 확인 등</a:t>
            </a:r>
            <a:r>
              <a:rPr lang="en-US" altLang="ko-KR" sz="2200" dirty="0"/>
              <a:t>)</a:t>
            </a:r>
            <a:r>
              <a:rPr lang="ko-KR" altLang="en-US" sz="2200" dirty="0"/>
              <a:t>을 가장 확실하게 할 수 있음</a:t>
            </a:r>
            <a:endParaRPr lang="en-US" altLang="ko-KR" sz="2200" dirty="0"/>
          </a:p>
          <a:p>
            <a:pPr marL="812800" lvl="1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200" dirty="0"/>
              <a:t>에러 메시지가 그대로 남아서 디버깅</a:t>
            </a:r>
            <a:r>
              <a:rPr lang="en-US" altLang="ko-KR" sz="2200" dirty="0"/>
              <a:t>/</a:t>
            </a:r>
            <a:r>
              <a:rPr lang="ko-KR" altLang="en-US" sz="2200" dirty="0"/>
              <a:t>질문이 쉬움</a:t>
            </a:r>
            <a:endParaRPr lang="en-US" altLang="ko-KR" sz="2200" dirty="0"/>
          </a:p>
          <a:p>
            <a:pPr marL="812800" lvl="1" indent="-355600">
              <a:lnSpc>
                <a:spcPct val="115000"/>
              </a:lnSpc>
              <a:buSzPct val="100000"/>
              <a:buChar char="•"/>
            </a:pP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200" dirty="0"/>
              <a:t>용어 </a:t>
            </a:r>
            <a:r>
              <a:rPr lang="en-US" altLang="ko-KR" sz="2200" dirty="0"/>
              <a:t>2</a:t>
            </a:r>
            <a:r>
              <a:rPr lang="ko-KR" altLang="en-US" sz="2200" dirty="0"/>
              <a:t>개만 기억</a:t>
            </a:r>
            <a:endParaRPr lang="en-US" altLang="ko-KR" sz="2200" dirty="0"/>
          </a:p>
          <a:p>
            <a:pPr marL="812800" lvl="1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200" dirty="0"/>
              <a:t>명령어</a:t>
            </a:r>
            <a:r>
              <a:rPr lang="en-US" altLang="ko-KR" sz="2200" dirty="0"/>
              <a:t>(command): </a:t>
            </a:r>
            <a:r>
              <a:rPr lang="ko-KR" altLang="en-US" sz="2200" dirty="0"/>
              <a:t>터미널에 치는 문장</a:t>
            </a:r>
            <a:endParaRPr lang="en-US" altLang="ko-KR" sz="2200" dirty="0"/>
          </a:p>
          <a:p>
            <a:pPr marL="812800" lvl="1" indent="-355600">
              <a:lnSpc>
                <a:spcPct val="115000"/>
              </a:lnSpc>
              <a:buSzPct val="100000"/>
              <a:buChar char="•"/>
            </a:pPr>
            <a:r>
              <a:rPr lang="ko-KR" altLang="en-US" sz="2200" dirty="0"/>
              <a:t>현재 폴더</a:t>
            </a:r>
            <a:r>
              <a:rPr lang="en-US" altLang="ko-KR" sz="2200" dirty="0"/>
              <a:t>(working directory): “</a:t>
            </a:r>
            <a:r>
              <a:rPr lang="ko-KR" altLang="en-US" sz="2200" dirty="0"/>
              <a:t>지금 내가 작업하는 위치”</a:t>
            </a:r>
            <a:endParaRPr lang="en-US" sz="22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4A9B0D3-2582-424D-9AC7-7D5D4CEE4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6695" y="1719072"/>
            <a:ext cx="1219200" cy="12192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A5ACF28-FC16-4E30-AD64-8284C492DF2B}"/>
              </a:ext>
            </a:extLst>
          </p:cNvPr>
          <p:cNvSpPr txBox="1"/>
          <p:nvPr/>
        </p:nvSpPr>
        <p:spPr>
          <a:xfrm>
            <a:off x="9879106" y="2866554"/>
            <a:ext cx="194957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윈도우에서는 </a:t>
            </a:r>
            <a:endParaRPr lang="en-US" altLang="ko-KR" dirty="0"/>
          </a:p>
          <a:p>
            <a:pPr algn="ctr"/>
            <a:r>
              <a:rPr lang="ko-KR" altLang="en-US" dirty="0" err="1"/>
              <a:t>파워쉘이</a:t>
            </a:r>
            <a:r>
              <a:rPr lang="ko-KR" altLang="en-US" dirty="0"/>
              <a:t> 많이</a:t>
            </a:r>
            <a:endParaRPr lang="en-US" altLang="ko-KR" dirty="0"/>
          </a:p>
          <a:p>
            <a:pPr algn="ctr"/>
            <a:r>
              <a:rPr lang="ko-KR" altLang="en-US" dirty="0"/>
              <a:t>이용되는 터미널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2436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확인(버전·실행)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# 터미널(명령 프롬프트)에서 확인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--version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# 파이썬 대화형 실행(REPL)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 print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 exit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python/pip 명령이 인식되지 않으면 PATH 설정 문제일 수 있음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REPL은 “짧게 실험”하기에 매우 유용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확인 결과(버전)는 과제 제출 시 증빙으로 활용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에디터: </a:t>
            </a:r>
            <a:r>
              <a:rPr lang="ko-KR" alt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</a:t>
            </a:r>
            <a:r>
              <a:rPr lang="en-US" altLang="ko-KR" sz="3000" b="1" dirty="0" err="1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Colab</a:t>
            </a:r>
            <a:r>
              <a:rPr lang="en-US" altLang="ko-KR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사용하기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r>
              <a:rPr lang="ko-KR" altLang="en-US" b="1" dirty="0"/>
              <a:t>① 접속하기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웹 브라우저 열기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주소창에 입력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https://colab.research.google.com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구글 계정으로 로그인</a:t>
            </a:r>
          </a:p>
          <a:p>
            <a:br>
              <a:rPr lang="ko-KR" altLang="en-US" dirty="0"/>
            </a:br>
            <a:endParaRPr lang="ko-KR" altLang="en-US" dirty="0"/>
          </a:p>
          <a:p>
            <a:r>
              <a:rPr lang="ko-KR" altLang="en-US" b="1" dirty="0"/>
              <a:t>② 새 노트북 만들기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왼쪽 상단 </a:t>
            </a:r>
            <a:r>
              <a:rPr lang="ko-KR" altLang="en-US" b="1" dirty="0"/>
              <a:t>파일</a:t>
            </a:r>
            <a:r>
              <a:rPr lang="en-US" altLang="ko-KR" b="1" dirty="0"/>
              <a:t>(File)</a:t>
            </a:r>
            <a:r>
              <a:rPr lang="ko-KR" altLang="en-US" dirty="0"/>
              <a:t> 클릭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dirty="0"/>
              <a:t>새 노트북</a:t>
            </a:r>
            <a:r>
              <a:rPr lang="en-US" altLang="ko-KR" b="1" dirty="0"/>
              <a:t>(New notebook)</a:t>
            </a:r>
            <a:r>
              <a:rPr lang="ko-KR" altLang="en-US" dirty="0"/>
              <a:t> 선택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자동으로 </a:t>
            </a:r>
            <a:r>
              <a:rPr lang="en-US" altLang="ko-KR" dirty="0"/>
              <a:t>.</a:t>
            </a:r>
            <a:r>
              <a:rPr lang="en-US" altLang="ko-KR" dirty="0" err="1"/>
              <a:t>ipynb</a:t>
            </a:r>
            <a:r>
              <a:rPr lang="ko-KR" altLang="en-US" dirty="0"/>
              <a:t> 파일 생성됨</a:t>
            </a:r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endParaRPr lang="en-US" sz="2200" dirty="0"/>
          </a:p>
        </p:txBody>
      </p:sp>
      <p:pic>
        <p:nvPicPr>
          <p:cNvPr id="13" name="그림 12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3731965-8674-B5B2-9370-72D005C8E6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1201" y="1673352"/>
            <a:ext cx="6223294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13C42-D0EF-FB08-7519-DE77A9CDC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8CC5039-68A7-FFD9-6E39-C1706461CA86}"/>
              </a:ext>
            </a:extLst>
          </p:cNvPr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E00B0C2-1EE7-6DDB-10F2-A2AAD4F7AB2B}"/>
              </a:ext>
            </a:extLst>
          </p:cNvPr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96A81FE-0B39-B082-67BA-415906906562}"/>
              </a:ext>
            </a:extLst>
          </p:cNvPr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345BE0C-E039-13B0-BC40-CDBA89CB4FBC}"/>
              </a:ext>
            </a:extLst>
          </p:cNvPr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9109507-D611-C5A6-0EA6-100830FC96F7}"/>
              </a:ext>
            </a:extLst>
          </p:cNvPr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7/25</a:t>
            </a:r>
            <a:endParaRPr lang="en-US" sz="1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F96B5B1-85AD-CE94-80CE-6E70A0CFCC56}"/>
              </a:ext>
            </a:extLst>
          </p:cNvPr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에디터: VS Code  세팅</a:t>
            </a:r>
            <a:endParaRPr lang="en-US" sz="30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18E97F5-1DFC-2A82-8BD0-357CAB2916C7}"/>
              </a:ext>
            </a:extLst>
          </p:cNvPr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2D31064-2B78-3864-C6F1-2FA702ECFA20}"/>
              </a:ext>
            </a:extLst>
          </p:cNvPr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F894473-4BF0-2C4D-5713-91B25F5634EB}"/>
              </a:ext>
            </a:extLst>
          </p:cNvPr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 Code 설치 후 Python 확장(Extension) 설치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인터프리터 선택: 가상환경(venv) 또는 설치된 Python 선택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터미널을 VS Code 내부에서 열어 실행 연습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저장(Save) → 실행(Run) 흐름을 습관화</a:t>
            </a:r>
            <a:endParaRPr lang="en-US" sz="2200" dirty="0"/>
          </a:p>
        </p:txBody>
      </p:sp>
      <p:pic>
        <p:nvPicPr>
          <p:cNvPr id="2052" name="Picture 4" descr="Visual Studio Code - 나무위키">
            <a:extLst>
              <a:ext uri="{FF2B5EF4-FFF2-40B4-BE49-F238E27FC236}">
                <a16:creationId xmlns:a16="http://schemas.microsoft.com/office/drawing/2014/main" id="{684FFB1C-56EC-CD7F-0C69-4DA4FD498D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720" y="5183270"/>
            <a:ext cx="1065489" cy="1065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 9">
            <a:extLst>
              <a:ext uri="{FF2B5EF4-FFF2-40B4-BE49-F238E27FC236}">
                <a16:creationId xmlns:a16="http://schemas.microsoft.com/office/drawing/2014/main" id="{DAEF6809-D65B-B903-63BB-3C00DF751611}"/>
              </a:ext>
            </a:extLst>
          </p:cNvPr>
          <p:cNvSpPr/>
          <p:nvPr/>
        </p:nvSpPr>
        <p:spPr>
          <a:xfrm>
            <a:off x="1540136" y="5325034"/>
            <a:ext cx="9631375" cy="163301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buSzPct val="100000"/>
            </a:pPr>
            <a:r>
              <a:rPr lang="en-US" altLang="ko-KR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 Code(Visual Studio Code)</a:t>
            </a:r>
            <a:r>
              <a:rPr lang="ko-KR" altLang="en-US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마이크로소프트가 만든 무료 코드 편집기</a:t>
            </a:r>
            <a:r>
              <a:rPr lang="en-US" altLang="ko-KR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에디터</a:t>
            </a:r>
            <a:r>
              <a:rPr lang="en-US" altLang="ko-KR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>
              <a:lnSpc>
                <a:spcPct val="115000"/>
              </a:lnSpc>
              <a:buSzPct val="100000"/>
            </a:pPr>
            <a:r>
              <a:rPr lang="ko-KR" altLang="en-US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현업에서 웹</a:t>
            </a:r>
            <a:r>
              <a:rPr lang="en-US" altLang="ko-KR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</a:t>
            </a:r>
            <a:r>
              <a:rPr lang="en-US" altLang="ko-KR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</a:t>
            </a:r>
            <a:r>
              <a:rPr lang="en-US" altLang="ko-KR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등 거의 모든 개발 작업에 많이 활용됨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9427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6620256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2026-1학기 · 컴퓨터학부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폴더 구조(권장)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주차별 폴더를 만든다: week02/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이름은 의미 있게: hello.py, greet.py, calc.py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실험용/제출용 분리도 좋다: /practice, /submit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README.md에 실행 방법 3줄만 적어도 큰 도움이 된다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터미널 기본 명령어(최소)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# 폴더 이동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week02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# 폴더 목록 보기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  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macOS/Linux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  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# 새 폴더 만들기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hello_world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위치(working directory)를 의식하면 오류가 줄어듦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“어디에서 실행했는지”가 결과에 영향을 주는 경우가 많음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가상환경(venv) 왜 쓰나?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프로젝트마다 필요한 패키지/버전이 다를 수 있음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가상환경은 “프로젝트 전용” 파이썬 환경(의존성 격리)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과제/프로젝트와 충돌을 줄여줌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시: requirements.txt로 환경을 재현하기 쉬움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venv 생성/활성화(Windows 예시)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# 프로젝트 폴더에서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# 활성화(명령 프롬프트)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activate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# 비활성화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deactivate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활성화되면 터미널 앞에 (.venv) 같은 표시가 보일 수 있음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 Code에서 인터프리터가 .venv를 가리키는지 확인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venv 생성/활성화(macOS/Linux 예시)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# 프로젝트 폴더에서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python3 -m venv .venv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# 활성화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.venv/bin/activate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# 비활성화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deactivate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시스템에 따라 python 대신 python3를 쓰는 경우가 있음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문제/명령어 미인식 시: 에러 메시지를 그대로 기록해두기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 기본 사용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# 패키지 설치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numpy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# 설치 목록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list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# 현재 환경을 파일로 저장(재현용)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freeze &gt; requirements.txt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402784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pip는 “파이썬 패키지 설치 도구”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가상환경을 켠 상태에서 설치하면 프로젝트에만 적용됨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requirements.txt는 협업/재설치에 매우 중요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 World: 첫 스크립트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# hello.py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"Hello, World!"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저장 후 실행: python hello.py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print()는 화면(표준 출력)에 글자를 보여준다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작은 성공 경험을 만든 뒤 확장한다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방법 3가지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터미널에서 실행: python hello.py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 Code 실행 버튼(Run) 사용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REPL에서 한 줄씩 실험: python → print("...")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추천: “REPL로 짧게 실험 → 파일로 정리 → 터미널로 실행”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print() 더 알아보기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"Kim"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name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f"Hello,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f-string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"B"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sep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"-"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sep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"끝!"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end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형식은 디버깅과 사용자 경험에 큰 영향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f-string은 문자열에 값을 넣을 때 자주 사용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input()으로 사용자 입력 받기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input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"이름을 입력하세요: 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f"안녕하세요,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님!"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input()은 “문자열”로 입력을 받음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필요하면 다음 주에 int()/float() 변환을 배움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흐름(입력→처리→출력)에 익숙해지는 것이 목표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활용 1: 설치/환경 오류 해결 프롬프트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역할: 너는 개발환경 트러블슈팅 전문가야.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목표: 아래 오류를 해결하는 “가능성 높은 원인 3개”와 “해결 절차”를 알려줘.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제약: (1) 단계별로, (2) 내가 확인해야 할 명령어도 같이 제시, (3) 위험한 설정 변경은 경고해줘.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 환경: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OS: (Windows/macOS/Linux)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실행한 명령어: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나온 오류 메시지: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오류 메시지: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(여기에 그대로 붙여넣기)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 메시지는 “요약하지 말고 그대로” 전달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OS/명령어/출력 3가지를 함께 주면 정확도가 올라감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활용 2: 코드 설명/주석 생성 프롬프트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역할: 너는 파이썬 튜터야.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목표: 아래 코드를 “줄별로” 설명하고, 초보가 이해하기 쉬운 주석을 추가해줘.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제약: 주석은 과하지 않게(핵심만), 출력 결과는 바꾸지 말 것.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```python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여기에 내 코드를 붙여넣기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+ 주석 + 개선안을 한 번에 받으면 학습 효율이 좋아짐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“출력 바꾸지 말 것” 같은 제약을 명확히 주기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활용 3: 작은 기능 추가 프롬프트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566928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88720" y="1856232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목표: 아래 Hello 프로그램에 기능을 추가해줘.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추가 기능: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1) 이름이 비어 있으면 다시 입력받기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2) 인사 문구를 3번 반복 출력하기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조건: 초보 수준에서 이해 가능하게, 코드에 주석 포함, 실행 예시(입력/출력)도 보여줘.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```python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input("이름: ")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print(f"안녕하세요, {name}님!")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1581912"/>
            <a:ext cx="446501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“기능 목록”을 번호로 적으면 요구사항이 명확해짐</a:t>
            </a:r>
            <a:endParaRPr lang="en-US" sz="1800" dirty="0"/>
          </a:p>
          <a:p>
            <a:pPr marL="304800" indent="-3048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예시를 요구하면 결과를 빨리 검증할 수 있음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체크리스트(오늘 완료 기준)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--version / pip --version 확인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 Code에서 파이썬 파일 생성·저장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hello.py 실행 성공(터미널 또는 Run 버튼)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가상환경(venv) 생성 및 활성화(가능하면)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코드 설명 요청 1회 + 내가 이해한 요약 3줄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실습: Hello World 변형(3개 중 2개)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A) 이름을 입력받아 인사하기 (input + f-string)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B) 좋아하는 음식 1개를 입력받아 출력하기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C) 두 개의 문장을 출력 형식 바꿔보기 (sep/end 활용)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도전: LLM에게 “내 코드의 개선점 3가지”를 받아 반영해보기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퀴즈(개념 확인)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문항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80160" y="2313432"/>
            <a:ext cx="9631375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가상환경(venv)을 쓰는 가장 큰 이유는?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A. 속도 향상  B. 의존성 격리  C. 인터넷 연결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input()의 반환 타입은 기본적으로?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A. int  B. float  C. str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requirements.txt는 언제 유용한가?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A. 환경 재현/협업  B. 그림 그리기  C. 실행 속도 측정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LLM에게 설치 오류를 물을 때 가장 도움이 되는 정보는?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A. 느낌  B. 에러 메시지 원문  C. 별명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80160" y="5468112"/>
            <a:ext cx="9631375" cy="5029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508760" y="5541264"/>
            <a:ext cx="91741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정답: 1-B, 2-C, 3-A, 4-B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제출 안내(예시)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제출물: week02 폴더(hello.py 포함) + 실행 화면(스크린샷) 1장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스크린샷에는: 터미널에서 python --version, hello.py 실행 결과가 보이게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사용 내역: 사용한 프롬프트 1개 + AI 답변 요약 + 내가 반영한 수정 1개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형식은 수업 공지 기준을 따른다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5742432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중요: “그냥 되게 하기”가 아니라 “왜 되는지 설명하기”까지!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AI활용프로그래밍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25/25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&amp; 다음 주 예고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581912"/>
            <a:ext cx="1045433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개발환경은 Python + 터미널 + 에디터 + pip + (가능하면) venv로 구성된다.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 World를 실행하는 것이 “환경 구축 성공”의 최소 기준이다.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LLM은 설치/오류/설명에 도움되지만, 에러 메시지와 맥락을 정확히 주자.</a:t>
            </a:r>
            <a:endParaRPr lang="en-US" sz="2200" dirty="0"/>
          </a:p>
          <a:p>
            <a:pPr marL="355600" indent="-355600">
              <a:lnSpc>
                <a:spcPct val="115000"/>
              </a:lnSpc>
              <a:buSzPct val="100000"/>
              <a:buChar char="•"/>
            </a:pPr>
            <a:r>
              <a:rPr lang="en-US" sz="2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주: 변수·자료형·연산자 + LLM 연습문제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2018</Words>
  <Application>Microsoft Office PowerPoint</Application>
  <PresentationFormat>와이드스크린</PresentationFormat>
  <Paragraphs>281</Paragraphs>
  <Slides>28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2" baseType="lpstr"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컴퓨터학부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Week 2 · 파이썬 환경 구축과 Hello World</dc:subject>
  <dc:creator>AI활용프로그래밍</dc:creator>
  <cp:lastModifiedBy>이영호</cp:lastModifiedBy>
  <cp:revision>5</cp:revision>
  <dcterms:created xsi:type="dcterms:W3CDTF">2026-01-25T10:17:43Z</dcterms:created>
  <dcterms:modified xsi:type="dcterms:W3CDTF">2026-02-20T09:03:36Z</dcterms:modified>
</cp:coreProperties>
</file>