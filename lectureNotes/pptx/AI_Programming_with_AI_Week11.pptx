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11. 그래프 그리기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숫자를 그림으로 바꾸고 · 그림을 말로 읽기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그래프 네 가지를 그릴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제목과 축 이름을 붙일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무엇을 보고 싶은지에 맞는 그래프를 고를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그래프에서 읽은 것을 두 줄로 쓸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코랩에서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한글이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나오게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만들기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그래프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그리는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세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걸음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그래프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네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선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막대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분포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관계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그림에서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읽어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내기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고르기와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해석까지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왜 그래프로 그릴까요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표는 정확하지만 한눈에 들어오지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숫자 서른 개를 보고 흐름을 읽기는 어렵습니다.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그림으로 바꾸면 오르내림이 바로 보입니다.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튀는 값 하나도 금방 눈에 띕니다.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시각화(visualization) — 숫자를 그림으로 바꿔 보는 일. 일기예보의 기온 그래프와 같습니다.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준비. 한글이 나오게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노트북 맨 위 칸에 아래 코드를 넣습니다.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실행하면 30초쯤 걸립니다.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'설정 완료'가 나오면 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세션이 끊기면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그래프 제목에 한글이 제대로 보입니다.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코랩에서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!apt-get -qq -y install fonts-nanum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import matplotlib.font_manager as fm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 = "/usr/share/fonts/truetype"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fm.fontManager.addfont(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p + "/nanum/NanumGothic.ttf")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plt.rc("font", family="NanumGothic")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plt.rc("axes", unicode_minus=False)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print("설정 완료")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한글이 네모로 나오면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제목에 ㅁㅁㅁ 처럼 네모가 뜨는 일이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 코드가 틀린 것이 아닙니다.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글꼴이 없어서 글자를 못 그리는 것뿐입니다.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앞 장의 준비 칸을 실행하면 해결됩니다.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그래도 안 되면 라벨을 영어로 써도 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가장 단순한 그래프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x = [1, 2, 3, 4]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y = [10, 20, 15, 25]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plt.plot(x, y)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plt.title("첫 그래프")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plt.show()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plt 라는 짧은 이름으로 가져옵니다.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plot 에 x값 목록과 y값 목록을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show() 를 불러야 화면에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show() 를 빠뜨리면 아무것도 안 보입니다.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그래프는 세 걸음으로 그립니다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그리기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plot, bar, hist, scatter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꾸미기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title,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xlabel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ylabel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보여주기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show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순서만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지키면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그래프</a:t>
            </a:r>
            <a:r>
              <a:rPr lang="ko-KR" altLang="en-US" sz="2200" b="0" dirty="0">
                <a:solidFill>
                  <a:srgbClr val="0F172A"/>
                </a:solidFill>
                <a:latin typeface="Malgun Gothic"/>
              </a:rPr>
              <a:t>를 작성할 수 있습니다</a:t>
            </a:r>
            <a:r>
              <a:rPr lang="en-US" altLang="ko-KR" sz="2200" b="0" dirty="0">
                <a:solidFill>
                  <a:srgbClr val="0F172A"/>
                </a:solidFill>
                <a:latin typeface="Malgun Gothic"/>
              </a:rPr>
              <a:t>.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제목과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축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이름이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없으면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읽을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선그래프 — 시간에 따른 변화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days = ["월", "화", "수", "목", "금"]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steps = [5200, 7400, 6800, 9100, 8000]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plt.plot(days, steps, marker="o")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plt.title("요일별 걸음 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plt.xlabel("요일")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plt.ylabel("걸음 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plt.grid(True)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plt.show()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4059303" cy="142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순서대로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이어지는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값에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씁니다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marker='o' 를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주면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점이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찍힙니다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grid(True) 는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눈금선을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켭니다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목요일이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가장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높다는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것이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바로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보입니다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막대그래프 — 무엇이 더 큰가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labels = ["1반", "2반", "3반"]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values = [78, 85, 71]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plt.bar(labels, values)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plt.title("반별 평균 점수")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plt.xlabel("반")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plt.ylabel("평균 점수")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plt.show()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4142232" cy="142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서로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다른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무리를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비교할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때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씁니다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목록과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값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목록의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개수가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같아야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막대는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0에서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시작해야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비교가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정직합니다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이름이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길면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겹치니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짧게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씁니다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히스토그램 — 어떻게 퍼져 있나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scores = [70, 85, 90, 60, 75, 88, 95,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72, 68, 81, 77, 93, 84, 66]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plt.hist(scores, bins=5)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plt.title("점수 분포")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plt.xlabel("점수")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plt.ylabel("사람 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plt.show()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4093809" cy="142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값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하나하나가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아니라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퍼진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모양을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bins 는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구간을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몇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칸으로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나눌지입니다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칸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수를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바꾸면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모양이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달라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보입니다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막대그래프와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달리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값을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구간으로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묶습니다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산점도 — 둘 사이 관계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hours = [1, 2, 3, 4, 5, 6]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scores = [55, 60, 72, 78, 88, 95]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plt.scatter(hours, scores)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plt.title("공부 시간과 점수")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plt.xlabel("공부 시간")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plt.ylabel("점수")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plt.show()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4142232" cy="1687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점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하나가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사람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한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명입니다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오른쪽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위로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올라가면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같이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커지는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관계입니다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함께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움직인다고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원인은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아닙니다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멀리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떨어진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점은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따로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확인해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어떤 그래프를 고를까요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시간에 따른 변화 — 선그래프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무리끼리 비교 — 막대그래프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퍼진 모양 — 히스토그램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둘 사이 관계 — 산점도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먼저 '무엇이 궁금한가'를 정하면 답이 나옵니다.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선 두 개와 범례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x = [1, 2, 3]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a = [10, 20, 15]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b = [8, 18, 25]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plt.plot(x, a, marker="o", label="1반")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plt.plot(x, b, marker="o", label="2반")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plt.title("반별 점수 변화")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plt.legend()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plt.show()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plot 을 여러 번 부르면 겹쳐 그려집니다.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각각에 label 로 이름을 붙입니다.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legend() 를 불러야 이름표가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label 만 쓰고 legend 를 빼먹기 쉽습니다.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그림 파일로 저장하기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plt.plot([1, 2, 3], [2, 3, 5])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plt.title("저장 예시")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plt.savefig("figure.png", dpi=150)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plt.show()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show() 보다 먼저 저장해야 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과제에 그림을 넣을 때 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savefig 를 show 보다 먼저 불러야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순서가 바뀌면 빈 그림이 저장됩니다.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코랩에서 만든 파일이니 내려받아 두세요.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표 데이터로 바로 그리기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397763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3428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pd.DataFrame({"score": [70, 85, 90,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                   60, 75, 88, 95]})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df["score"].plot(kind="hist", bins=5)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plt.title("점수 분포")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plt.xlabel("점수")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plt.show()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4142232" cy="1687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열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하나를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꺼내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바로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plot 을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부를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수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>
                <a:solidFill>
                  <a:srgbClr val="0F172A"/>
                </a:solidFill>
                <a:latin typeface="Malgun Gothic"/>
              </a:rPr>
              <a:t>kind 로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그래프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종류를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고릅니다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꾸미기는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그대로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plt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로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이어서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dirty="0" err="1">
                <a:solidFill>
                  <a:srgbClr val="0F172A"/>
                </a:solidFill>
                <a:latin typeface="Malgun Gothic"/>
              </a:rPr>
              <a:t>실제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파일은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read_csv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로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읽어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오면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algun Gothic"/>
              </a:rPr>
              <a:t>됩니다</a:t>
            </a:r>
            <a:r>
              <a:rPr sz="15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데이터프레임(DataFrame) — 행과 열로 된 표. 10주차에 배운 그것입니다.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그래프를 읽는 네 가지 질문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가장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높은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곳과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낮은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곳은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언제인가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전체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흐름은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오르는가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내리는가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한쪽으로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치우쳐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있는가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혼자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멀리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떨어진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있는가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그리기까지가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절반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읽어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내야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완성입니다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자주 나는 오류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그래프가 안 뜸 — show() 를 빠뜨렸습니다.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한글이 네모 — 준비 칸을 실행하지 않았습니다.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ValueError — x와 y의 개수가 다릅니다.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범례가 안 보임 — legend() 를 빠뜨렸습니다.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빈 그림이 저장됨 — show() 뒤에 저장했습니다.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고르기와 해석까지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후반부에는 만드는 데도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어떤 그래프가 맞을지 이유와 함께 물어봅니다.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받은 코드는 한 줄씩 설명하게 시킵니다.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해석 문장도 받되 그래프와 대조합니다.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프롬프트 → 반영 → 검증을 기록합니다.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(그래프 고르기)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① 내 데이터의 열 이름이에요: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date, steps, sleep_hours,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study_time, score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② 보고 싶은 것: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잠을 많이 자면 점수가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높은지 알고 싶어요.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③ 어떤 그래프가 맞는지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이유와 함께 알려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④ matplotlib 코드를 주고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각 줄이 무엇을 하는지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한 줄씩 설명해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열 이름을 정확히 그대로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'무엇을 보고 싶은지'를 한 문장으로 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'이유와 함께'를 넣어야 고르는 법을 배웁니다.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한 줄씩 설명 요청이 이번 학기 규칙입니다.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(해석 문장)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제가 그린 그래프를 설명하는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문장을 쓰려고 합니다.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[그래프] 산점도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[가로축] 수면 시간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[세로축] 점수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[읽은 것] 오른쪽 위로 올라감,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점 하나가 멀리 떨어짐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조건: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세 문장으로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과장하지 말 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한 문장은 튀는 값을 언급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마지막은 다음에 볼 것 하나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내가 먼저 읽고, 그다음에 물어봅니다.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'과장하지 말 것'을 꼭 넣습니다.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AI는 그래프를 못 봅니다. 읽은 것을 적어 줘야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받은 문장이 그래프와 맞는지 대조합니다.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내 데이터로 선그래프 그리기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준비 칸(폰트)을 먼저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데이터를 읽어 앞부분을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날짜별 걸음 수를 선그래프로 그립니다.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제목과 축 이름을 붙입니다.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선이 하나 그려지고 제목이 한글로 보입니다.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362456"/>
            <a:ext cx="4873752" cy="4974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456596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dirty="0" err="1">
                <a:solidFill>
                  <a:srgbClr val="E5E7EB"/>
                </a:solidFill>
                <a:latin typeface="Malgun Gothic"/>
              </a:rPr>
              <a:t>실행</a:t>
            </a:r>
            <a:r>
              <a:rPr sz="1400" b="0" dirty="0">
                <a:solidFill>
                  <a:srgbClr val="E5E7EB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E5E7EB"/>
                </a:solidFill>
                <a:latin typeface="Malgun Gothic"/>
              </a:rPr>
              <a:t>코드</a:t>
            </a:r>
            <a:endParaRPr sz="1400" b="0" dirty="0">
              <a:solidFill>
                <a:srgbClr val="E5E7EB"/>
              </a:solidFill>
              <a:latin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66560" y="1849788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import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matplotlib.pyplot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as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plt</a:t>
            </a: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BASE = "https://raw.githubusercontent.com/MNU-AI-Programming/AI-programming/main/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jupyter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-notebook/"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=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pd.read_csv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(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    BASE + "week11_sample_data.csv")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B0F0"/>
                </a:solidFill>
                <a:latin typeface="Consolas"/>
              </a:rPr>
              <a:t>plt.plot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(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["date"],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["steps"])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B0F0"/>
                </a:solidFill>
                <a:latin typeface="Consolas"/>
              </a:rPr>
              <a:t>plt.title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("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날짜별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걸음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B0F0"/>
                </a:solidFill>
                <a:latin typeface="Consolas"/>
              </a:rPr>
              <a:t>plt.xlabel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("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날짜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B0F0"/>
                </a:solidFill>
                <a:latin typeface="Consolas"/>
              </a:rPr>
              <a:t>plt.ylabel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("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걸음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B0F0"/>
                </a:solidFill>
                <a:latin typeface="Consolas"/>
              </a:rPr>
              <a:t>plt.xticks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(rotation=90)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B0F0"/>
                </a:solidFill>
                <a:latin typeface="Consolas"/>
              </a:rPr>
              <a:t>plt.show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분포와 관계 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점수가 어떻게 퍼져 있는지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그다음 수면 시간과 점수를 산점도로 그립니다.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두 그래프에 제목과 축 이름을 붙입니다.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각각에서 읽은 것을 한 줄씩 적습니다.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그래프 두 개와 해석 두 줄이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plt.hist(df["score"], bins=10)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plt.title("점수 분포")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plt.xlabel("점수")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plt.ylabel("사람 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plt.show()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plt.scatter(df["sleep_hours"],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       df["score"])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plt.title("수면 시간과 점수")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plt.xlabel("수면 시간")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plt.ylabel("점수")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plt.show()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AI 해석과 내 눈 대조하기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실습 2의 산점도를 내 눈으로 먼저 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읽은 것을 앞 장 템플릿에 적어 물어봅니다.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받은 세 문장을 그래프와 하나씩 대조합니다.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틀린 문장이 있으면 어디가 틀렸는지 적습니다.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AI 문장 3개 중 맞는 것과 틀린 것을 가려냅니다.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대조할 때 볼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AI가 이렇게 쓰면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의심해 보세요.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"뚜렷한 상관관계가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있습니다"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점이 얼마나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퍼져 있나요?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"잠을 자면 점수가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오릅니다"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원인이라고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말할 수 있나요?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※ AI는 그래프를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보지 못합니다.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 (그래프편)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받은 코드를 그대로 돌려 그림이 나오는가?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열 이름이 내 데이터와 같은가?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제목과 축 이름이 들어 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해석 문장이 그래프와 실제로 맞는가?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'관계가 있다'를 '원인이다'로 바꿔 쓰지 않았는가?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766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시간에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따른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변화를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볼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그래프는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퍼진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모양을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볼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그래프는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그래프가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뜨면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먼저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볼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것은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한글이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네모로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나오는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이유는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저장은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show()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앞일까요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뒤일까요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정답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: 1-선그래프, 2-히스토그램, 3-show(), 4-글꼴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5-앞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수업 데이터로 그래프 두 종류 그리기.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각 그래프에 제목과 축 이름을 넣습니다.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그래프마다 읽은 것을 두 줄씩 적습니다.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그림 하나를 저장해 내려받아 함께 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 기록 — 프롬프트, 반영, 검증을 적습니다.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28/28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그리기 → 꾸미기 → 보여주기 순서입니다.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무엇이 궁금한지가 그래프를 정합니다.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제목과 축 이름이 없으면 읽을 수 없습니다.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그리기까지가 절반, 읽어 내야 완성입니다.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 — 원하는 줄만 골라내고 줄 세우기.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2341</Words>
  <Application>Microsoft Office PowerPoint</Application>
  <PresentationFormat>와이드스크린</PresentationFormat>
  <Paragraphs>450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3</cp:revision>
  <dcterms:created xsi:type="dcterms:W3CDTF">2013-01-27T09:14:16Z</dcterms:created>
  <dcterms:modified xsi:type="dcterms:W3CDTF">2026-08-31T06:10:39Z</dcterms:modified>
  <cp:category/>
</cp:coreProperties>
</file>