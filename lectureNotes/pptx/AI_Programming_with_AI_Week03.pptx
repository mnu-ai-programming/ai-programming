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3. 변수 · 자료형 ·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기본 문법 다지기 · With AI 오류 수정 연습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변수가 무엇인지 내 말로 설명할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숫자와 글자를 구분해서 쓸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간단한 계산 프로그램을 만들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에러 메시지를 읽고 어디가 틀렸는지 찾을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변수와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자료형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붙이기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에러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메시지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법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계산에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기호들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3개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미니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퀴즈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&amp;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과제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안내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변수가 무엇인가요?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값을 넣어 두고 이름으로 다시 꺼내 쓰는 것입니다.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같은 값을 여러 번 쓸 때 훨씬 편합니다.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값이 바뀌면 한 곳만 고치면 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변수(variable) — 값에 이름표를 붙여 보관하는 상자. 택배 상자에 '겨울옷'이라 써 붙이는 것과 같습니다.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변수에 값 넣고 꺼내기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name = "김민수"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age = 20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print(name)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print(age)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김민수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=는 '같다'가 아니라 '넣어라'입니다.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print()는 값을 화면에 보여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이름만 쓰면 안에 든 값이 나옵니다.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할당(assignment) — 변수에 값을 넣는 일. 상자에 물건을 담는 것과 같습니다.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변수 이름 짓는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영문, 숫자, 밑줄(_)로 짓는 것이 약속입니다.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숫자로 시작할 수 없습니다. (2day 는 안 돼요)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뜻이 드러나는 이름이 좋습니다. (a 보다 score)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대문자와 소문자는 서로 다른 이름입니다.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자료형이 무엇인가요?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값에도 종류가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숫자 10과 글자 "10"은 다릅니다.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종류가 다르면 할 수 있는 일도 다릅니다.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자료형(data type) — 값의 종류. 옷, 그릇, 책을 서로 다른 서랍에 나눠 넣는 것과 같습니다.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네 가지 자료형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int — 정수. 예: 10, -3, 0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float — 소수. 예: 3.14, -0.5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str — 글자. 예: "안녕" (따옴표로 감쌉니다)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bool — 참(True) 또는 거짓(False)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자료형 확인하기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print(type(10))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print(type("10"))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&lt;class 'int'&gt;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&lt;class 'str'&gt;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type()은 값의 종류를 알려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class는 '종류'라는 뜻입니다.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10은 숫자, "10"은 글자입니다.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따옴표가 붙으면 글자입니다.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글자와 숫자를 섞으면?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print("10" + 3)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TypeError: can only concatenate str (not "int") to str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"10"은 글자, 3은 숫자입니다.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종류가 다르면 더할 수 없습니다.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코랩엔 이 줄 위로 몇 줄 더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맨 아래 이 줄만 보면 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에러(error) — 프로그램이 멈추면서 이유를 알려 주는 신호. '이 길은 막혔어요' 표지판과 같습니다.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에러 메시지 읽는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빨간 글씨는 고장이 아니라 안내문입니다.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맨 아래 줄부터 읽으세요. 이유가 거기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위쪽의 line 1 처럼 적힌 숫자가 틀린 줄 번호입니다.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뒤 다시 실행하면 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디버깅(debugging) — 틀린 곳을 찾아 고치는 일. 옷에 붙은 실밥을 하나씩 찾아 떼는 것과 같습니다.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자주 만나는 에러 세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SyntaxError — 문법이 틀렸어요.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   예: 따옴표나 괄호를 빠뜨렸을 때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NameError — 그런 이름이 없어요.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   예: 이름을 잘못 적었을 때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TypeError — 종류가 안 맞아요.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   예: 글자와 숫자를 더했을 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글자를 숫자로 바꾸기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print("10" + "3")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print(int("10") + 3)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103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글자끼리 +는 이어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숫자끼리 +는 더합니다.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int()는 글자를 숫자로 바꿉니다.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103은 숫자가 아니라 글자입니다.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형 변환(casting) — 값의 종류를 바꾸는 일. 동전을 지폐로 바꾸는 것과 같습니다.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입력받기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a = int(input())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print(a *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input(): 네모 칸에 21을 치고 Enter.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받은 값은 언제나 글자입니다.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int()로 감싸야 계산이 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코랩에서는 입력한 21도 위에 보입니다.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계산에 쓰는 기호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+ 더하기, - 빼기, * 곱하기, / 나누기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// 는 몫만, % 는 나머지만 알려 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괄호 안을 가장 먼저 계산합니다.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곱셈·나눗셈이 덧셈·뺄셈보다 먼저입니다.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연산자(operator) — 계산을 시키는 기호. 계산기의 +, - 버튼과 같습니다.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몫과 나머지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print(17 // 5)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print(17 % 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17을 5로 나누면 몫 3, 나머지 2.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//는 몫, %는 나머지입니다.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17 / 5는 3.4가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짝수·홀수 구분에 자주 씁니다.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참인가 거짓인가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==는 '같은가?', !=는 '다른가?'를 묻습니다.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&gt; 와 &lt; 는 '크다', '작다'를 묻습니다.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답은 True 아니면 False 하나뿐입니다.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주에는 이 True/False로 '만약 ~라면'을 만듭니다.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불(bool) — 참(True)과 거짓(False) 둘 중 하나인 값. 예/아니오 스위치와 같습니다.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보기 좋게 출력하기 (f-string)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92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print(f"점수: {score}점")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점수: 92점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142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따옴표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앞에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f를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붙입니다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{ }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안의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</a:t>
            </a:r>
            <a:r>
              <a:rPr lang="en-US" sz="1500" b="0" dirty="0">
                <a:solidFill>
                  <a:srgbClr val="0F172A"/>
                </a:solidFill>
                <a:latin typeface="Malgun Gothic"/>
              </a:rPr>
              <a:t>(</a:t>
            </a:r>
            <a:r>
              <a:rPr lang="ko-KR" altLang="en-US" sz="1500" b="0" dirty="0">
                <a:solidFill>
                  <a:srgbClr val="0F172A"/>
                </a:solidFill>
                <a:latin typeface="Malgun Gothic"/>
              </a:rPr>
              <a:t>변수</a:t>
            </a:r>
            <a:r>
              <a:rPr lang="en-US" altLang="ko-KR" sz="1500" b="0" dirty="0">
                <a:solidFill>
                  <a:srgbClr val="0F172A"/>
                </a:solidFill>
                <a:latin typeface="Malgun Gothic"/>
              </a:rPr>
              <a:t>)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이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값으로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바뀝니다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문장과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한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줄에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씁니다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f를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빠뜨리면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글자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그대로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나옵니다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f-문자열(f-string) — 문장 안에 값을 끼워 넣는 따옴표. 빈칸 채우기 문제와 같습니다.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오늘은 '고치는 용도'로만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AI가 대신 써 준 코드는 내 실력이 되지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중간고사 전까지 AI 사용 규칙은 딱 하나입니다.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① 되는 것 — 내가 쓴 코드의 에러 찾기와 고치기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② 안 되는 것 — 코드를 만들어 달라고 하기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지금 받아 쓰면 중간고사 뒤에 코드를 못 읽습니다.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만드는 데 쓰는 법은 중간고사 뒤에 배웁니다.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(오류 수정)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397763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3428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내가 쓴 코드예요: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(여기에 코드 전체를 붙여넣기)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에러로 나온 빨간 글씨예요: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(한 줄도 빼지 말고 붙여넣기)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이 에러가 왜 났는지 한국어로 알려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④ 전체 코드는 주지 말고, 고친 곳만 알려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코드는 일부 말고 전체를 넣습니다.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빨간 글씨는 한 줄도 빼지 마세요.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'왜'를 꼭 같이 물어보세요.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'코드 짜 줘'는 쓰지 않습니다.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시키는 말. 무엇을 어떻게 해 달라고 적은 주문서.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따옴표를 빠뜨린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079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오른쪽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코드의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맨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윗줄만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코랩에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붙여넣습니다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빨간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글씨를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전부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복사해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AI에게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줍니다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알려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준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곳을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직접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고쳐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다시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실행합니다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고친 뒤 실행해서 안녕하세요가 나오면 성공입니다.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print("안녕하세요)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--- 실행하면 이렇게 나옵니다 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SyntaxError: unterminated string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literal (detected at line 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이름을 잘못 쓴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079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오른쪽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코드의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위 두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줄만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코랩에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붙여넣습니다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빨간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글씨의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맨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아래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줄을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먼저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읽습니다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AI에게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물어본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뒤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직접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고칩니다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고친 뒤 실행해서 김민수가 나오면 성공입니다.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name = "김민수"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print(nmae)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--- 실행하면 이렇게 나옵니다 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NameError: name 'nmae'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is not defined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종류가 안 맞는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363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Malgun Gothic"/>
              </a:rPr>
              <a:t>1)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오른쪽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위 두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줄만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붙여넣고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실행해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20을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입력합니다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빨간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글씨를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그대로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AI에게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보여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줍니다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3) int()를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어디에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넣을지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직접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고칩니다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고친 뒤 20을 넣어 21이 나오면 성공입니다.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age = input()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print(age + 1)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--- 20을 입력하면 이렇게 나옵니다 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TypeError: can only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concatenate str (not "int") to str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코드를 내가 직접 실행해 봤나요?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왜 틀렸는지 내 말로 설명할 수 있나요?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다른 값을 넣어도 잘 되나요?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AI도 틀립니다. 확인은 내 몫입니다.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7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1. input()이 준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종류일까요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2. 17 // 5 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답은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3. "10" + "3" 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답은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4. 2day는 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쓸 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없을까요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5.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부르면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에러일까요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lang="en-US" sz="2200" dirty="0">
              <a:solidFill>
                <a:srgbClr val="0F172A"/>
              </a:solidFill>
              <a:latin typeface="Malgun Gothic"/>
            </a:endParaRPr>
          </a:p>
          <a:p>
            <a:pPr>
              <a:spcAft>
                <a:spcPts val="1400"/>
              </a:spcAft>
            </a:pPr>
            <a:r>
              <a:rPr lang="en-US" altLang="ko-KR" sz="2200" dirty="0"/>
              <a:t>1.</a:t>
            </a:r>
            <a:r>
              <a:rPr lang="ko-KR" altLang="ko-KR" sz="2200" dirty="0"/>
              <a:t>문자열(</a:t>
            </a:r>
            <a:r>
              <a:rPr lang="ko-KR" altLang="ko-KR" sz="2200" dirty="0" err="1"/>
              <a:t>str</a:t>
            </a:r>
            <a:r>
              <a:rPr lang="ko-KR" altLang="ko-KR" sz="2200" dirty="0"/>
              <a:t>) 2. 3 3. "103" 4. </a:t>
            </a:r>
            <a:r>
              <a:rPr lang="ko-KR" altLang="ko-KR" sz="2200" dirty="0" err="1"/>
              <a:t>SyntaxError</a:t>
            </a:r>
            <a:r>
              <a:rPr lang="ko-KR" altLang="ko-KR" sz="2200" dirty="0"/>
              <a:t> 5. </a:t>
            </a:r>
            <a:r>
              <a:rPr lang="ko-KR" altLang="ko-KR" sz="2200" dirty="0" err="1"/>
              <a:t>NameError</a:t>
            </a:r>
            <a:endParaRPr sz="220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두 수를 입력받아 + - * / 결과 출력하기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힌트 — 14쪽 입력받기와 18쪽 f-string을 이어 붙이면 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도전(선택) — 물건값과 낸 돈으로 거스름돈 계산하기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 ① 코랩 오른쪽 위 [공유] → 링크 권한을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     '링크가 있는 모든 사용자(뷰어)'로 → 링크 제출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 ② [파일] → .ipynb 다운로드 → 학교 LMS(과제 제출 사이트)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둘 중 편한 방법 하나만 하면 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값에 이름 붙이기 → 종류 구분 → 계산 → 출력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글자와 숫자는 섞어서 계산할 수 없습니다.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에러 메시지는 맨 아래 줄부터 읽습니다.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AI는 아직 '고치는 용도'로만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조건문과 반복문을 배웁니다.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조건문(if) — '만약 ~라면'으로 길이 갈리는 문장. 신호등 앞에서 갈지 멈출지 정하는 것과 같습니다.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반복문(for) — 같은 일을 여러 번 되풀이하는 문장. 노래 후렴을 반복해 부르는 것과 같습니다.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1890</Words>
  <Application>Microsoft Office PowerPoint</Application>
  <PresentationFormat>와이드스크린</PresentationFormat>
  <Paragraphs>342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2026-08-31T06:03:29Z</dcterms:modified>
  <cp:category/>
</cp:coreProperties>
</file>