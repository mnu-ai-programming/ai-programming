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645" autoAdjust="0"/>
  </p:normalViewPr>
  <p:slideViewPr>
    <p:cSldViewPr snapToGrid="0" snapToObjects="1">
      <p:cViewPr varScale="1">
        <p:scale>
          <a:sx n="77" d="100"/>
          <a:sy n="77" d="100"/>
        </p:scale>
        <p:origin x="648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custSel delSld modSld">
      <pc:chgData name="Youngho Lee" userId="8d4cb33d81fe8010" providerId="LiveId" clId="{95971DB8-E339-4B32-80CF-0D8F9D8B87F2}" dt="2026-02-20T09:05:32.357" v="24" actId="478"/>
      <pc:docMkLst>
        <pc:docMk/>
      </pc:docMkLst>
      <pc:sldChg chg="delSp mod">
        <pc:chgData name="Youngho Lee" userId="8d4cb33d81fe8010" providerId="LiveId" clId="{95971DB8-E339-4B32-80CF-0D8F9D8B87F2}" dt="2026-02-20T09:04:09.297" v="0" actId="478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09:04:09.297" v="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17.169" v="1" actId="478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09:04:17.169" v="1" actId="478"/>
          <ac:spMkLst>
            <pc:docMk/>
            <pc:sldMk cId="0" sldId="25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21.598" v="2" actId="47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09:04:21.598" v="2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del mod">
        <pc:chgData name="Youngho Lee" userId="8d4cb33d81fe8010" providerId="LiveId" clId="{95971DB8-E339-4B32-80CF-0D8F9D8B87F2}" dt="2026-02-20T09:04:30.266" v="4" actId="47"/>
        <pc:sldMkLst>
          <pc:docMk/>
          <pc:sldMk cId="0" sldId="259"/>
        </pc:sldMkLst>
        <pc:spChg chg="del">
          <ac:chgData name="Youngho Lee" userId="8d4cb33d81fe8010" providerId="LiveId" clId="{95971DB8-E339-4B32-80CF-0D8F9D8B87F2}" dt="2026-02-20T09:04:24.910" v="3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41.112" v="5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09:04:41.112" v="5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43.521" v="6" actId="478"/>
        <pc:sldMkLst>
          <pc:docMk/>
          <pc:sldMk cId="0" sldId="261"/>
        </pc:sldMkLst>
        <pc:spChg chg="del">
          <ac:chgData name="Youngho Lee" userId="8d4cb33d81fe8010" providerId="LiveId" clId="{95971DB8-E339-4B32-80CF-0D8F9D8B87F2}" dt="2026-02-20T09:04:43.521" v="6" actId="478"/>
          <ac:spMkLst>
            <pc:docMk/>
            <pc:sldMk cId="0" sldId="26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45.811" v="7" actId="478"/>
        <pc:sldMkLst>
          <pc:docMk/>
          <pc:sldMk cId="0" sldId="262"/>
        </pc:sldMkLst>
        <pc:spChg chg="del">
          <ac:chgData name="Youngho Lee" userId="8d4cb33d81fe8010" providerId="LiveId" clId="{95971DB8-E339-4B32-80CF-0D8F9D8B87F2}" dt="2026-02-20T09:04:45.811" v="7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48.689" v="8" actId="478"/>
        <pc:sldMkLst>
          <pc:docMk/>
          <pc:sldMk cId="0" sldId="263"/>
        </pc:sldMkLst>
        <pc:spChg chg="del">
          <ac:chgData name="Youngho Lee" userId="8d4cb33d81fe8010" providerId="LiveId" clId="{95971DB8-E339-4B32-80CF-0D8F9D8B87F2}" dt="2026-02-20T09:04:48.689" v="8" actId="478"/>
          <ac:spMkLst>
            <pc:docMk/>
            <pc:sldMk cId="0" sldId="26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51.904" v="9" actId="478"/>
        <pc:sldMkLst>
          <pc:docMk/>
          <pc:sldMk cId="0" sldId="264"/>
        </pc:sldMkLst>
        <pc:spChg chg="del">
          <ac:chgData name="Youngho Lee" userId="8d4cb33d81fe8010" providerId="LiveId" clId="{95971DB8-E339-4B32-80CF-0D8F9D8B87F2}" dt="2026-02-20T09:04:51.904" v="9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54.950" v="10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09:04:54.950" v="10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4:57.984" v="11" actId="478"/>
        <pc:sldMkLst>
          <pc:docMk/>
          <pc:sldMk cId="0" sldId="266"/>
        </pc:sldMkLst>
        <pc:spChg chg="del">
          <ac:chgData name="Youngho Lee" userId="8d4cb33d81fe8010" providerId="LiveId" clId="{95971DB8-E339-4B32-80CF-0D8F9D8B87F2}" dt="2026-02-20T09:04:57.984" v="11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00.359" v="12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09:05:00.359" v="12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03.827" v="13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09:05:03.827" v="13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05.737" v="14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09:05:05.737" v="14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08.877" v="15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09:05:08.877" v="15" actId="478"/>
          <ac:spMkLst>
            <pc:docMk/>
            <pc:sldMk cId="0" sldId="27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10.752" v="16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09:05:10.752" v="16" actId="478"/>
          <ac:spMkLst>
            <pc:docMk/>
            <pc:sldMk cId="0" sldId="27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12.980" v="17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09:05:12.980" v="17" actId="478"/>
          <ac:spMkLst>
            <pc:docMk/>
            <pc:sldMk cId="0" sldId="27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16.892" v="18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09:05:16.892" v="18" actId="478"/>
          <ac:spMkLst>
            <pc:docMk/>
            <pc:sldMk cId="0" sldId="27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19.665" v="19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09:05:19.665" v="19" actId="478"/>
          <ac:spMkLst>
            <pc:docMk/>
            <pc:sldMk cId="0" sldId="27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21.968" v="20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09:05:21.968" v="20" actId="478"/>
          <ac:spMkLst>
            <pc:docMk/>
            <pc:sldMk cId="0" sldId="27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24.155" v="21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09:05:24.155" v="21" actId="478"/>
          <ac:spMkLst>
            <pc:docMk/>
            <pc:sldMk cId="0" sldId="27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27.078" v="22" actId="478"/>
        <pc:sldMkLst>
          <pc:docMk/>
          <pc:sldMk cId="0" sldId="278"/>
        </pc:sldMkLst>
        <pc:spChg chg="del">
          <ac:chgData name="Youngho Lee" userId="8d4cb33d81fe8010" providerId="LiveId" clId="{95971DB8-E339-4B32-80CF-0D8F9D8B87F2}" dt="2026-02-20T09:05:27.078" v="22" actId="478"/>
          <ac:spMkLst>
            <pc:docMk/>
            <pc:sldMk cId="0" sldId="27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29.465" v="23" actId="478"/>
        <pc:sldMkLst>
          <pc:docMk/>
          <pc:sldMk cId="0" sldId="279"/>
        </pc:sldMkLst>
        <pc:spChg chg="del">
          <ac:chgData name="Youngho Lee" userId="8d4cb33d81fe8010" providerId="LiveId" clId="{95971DB8-E339-4B32-80CF-0D8F9D8B87F2}" dt="2026-02-20T09:05:29.465" v="23" actId="478"/>
          <ac:spMkLst>
            <pc:docMk/>
            <pc:sldMk cId="0" sldId="27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05:32.357" v="24" actId="478"/>
        <pc:sldMkLst>
          <pc:docMk/>
          <pc:sldMk cId="0" sldId="280"/>
        </pc:sldMkLst>
        <pc:spChg chg="del">
          <ac:chgData name="Youngho Lee" userId="8d4cb33d81fe8010" providerId="LiveId" clId="{95971DB8-E339-4B32-80CF-0D8F9D8B87F2}" dt="2026-02-20T09:05:32.357" v="24" actId="478"/>
          <ac:spMkLst>
            <pc:docMk/>
            <pc:sldMk cId="0" sldId="280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899855" y="3931920"/>
            <a:ext cx="3840480" cy="38404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060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1FAE5"/>
                </a:solidFill>
                <a:latin typeface="Malgun Gothic"/>
              </a:rPr>
              <a:t>Week 3. 파이썬 변수·자료형·연산자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1036289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600" b="0" dirty="0" err="1">
                <a:solidFill>
                  <a:srgbClr val="E2E8F0"/>
                </a:solidFill>
                <a:latin typeface="Malgun Gothic"/>
              </a:rPr>
              <a:t>기본</a:t>
            </a:r>
            <a:r>
              <a:rPr sz="1600" b="0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E2E8F0"/>
                </a:solidFill>
                <a:latin typeface="Malgun Gothic"/>
              </a:rPr>
              <a:t>문법</a:t>
            </a:r>
            <a:r>
              <a:rPr sz="1600" b="0" dirty="0">
                <a:solidFill>
                  <a:srgbClr val="E2E8F0"/>
                </a:solidFill>
                <a:latin typeface="Malgun Gothic"/>
              </a:rPr>
              <a:t> </a:t>
            </a:r>
            <a:r>
              <a:rPr lang="ko-KR" altLang="en-US" sz="1600" b="0" dirty="0">
                <a:solidFill>
                  <a:srgbClr val="E2E8F0"/>
                </a:solidFill>
                <a:latin typeface="Malgun Gothic"/>
              </a:rPr>
              <a:t>다지기</a:t>
            </a:r>
            <a:r>
              <a:rPr sz="1600" b="0" dirty="0">
                <a:solidFill>
                  <a:srgbClr val="E2E8F0"/>
                </a:solidFill>
                <a:latin typeface="Malgun Gothic"/>
              </a:rPr>
              <a:t> With AI </a:t>
            </a:r>
            <a:r>
              <a:rPr sz="1600" b="0" dirty="0" err="1">
                <a:solidFill>
                  <a:srgbClr val="E2E8F0"/>
                </a:solidFill>
                <a:latin typeface="Malgun Gothic"/>
              </a:rPr>
              <a:t>연습문제</a:t>
            </a:r>
            <a:endParaRPr sz="1600" b="0" dirty="0">
              <a:solidFill>
                <a:srgbClr val="E2E8F0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94029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변수의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개념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이름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↔ 값)을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설명할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수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있다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기본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자료형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(int/float/str/bool)을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구분하고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사용할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수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있다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연산자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산술·비교·논리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)를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사용해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간단한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계산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프로그램을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작성할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수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있다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LLM에게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“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코드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생성→검증→개선”을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요청하는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프롬프트를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작성할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수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있다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오늘의 구성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1)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변수와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자료형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기초</a:t>
            </a:r>
            <a:endParaRPr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</a:endParaRP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2)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연산자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산술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/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비교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/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논리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)와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형변환</a:t>
            </a:r>
            <a:endParaRPr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</a:endParaRP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3)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입력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(input)과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출력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(print)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패턴</a:t>
            </a:r>
            <a:endParaRPr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</a:endParaRP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4) With AI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실습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3종 +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연습문제</a:t>
            </a:r>
            <a:endParaRPr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</a:endParaRP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5)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미니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퀴즈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&amp;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</a:rPr>
              <a:t>안내</a:t>
            </a:r>
            <a:endParaRPr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변수(Variable)란?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값(Value)을 </a:t>
            </a:r>
            <a:r>
              <a:rPr dirty="0" err="1"/>
              <a:t>저장해두고</a:t>
            </a:r>
            <a:r>
              <a:rPr dirty="0"/>
              <a:t> “</a:t>
            </a:r>
            <a:r>
              <a:rPr dirty="0" err="1"/>
              <a:t>이름”으로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쓰게</a:t>
            </a:r>
            <a:r>
              <a:rPr dirty="0"/>
              <a:t> </a:t>
            </a:r>
            <a:r>
              <a:rPr dirty="0" err="1"/>
              <a:t>해주는</a:t>
            </a:r>
            <a:r>
              <a:rPr dirty="0"/>
              <a:t> 것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변수</a:t>
            </a:r>
            <a:r>
              <a:rPr dirty="0"/>
              <a:t> </a:t>
            </a:r>
            <a:r>
              <a:rPr dirty="0" err="1"/>
              <a:t>이름은</a:t>
            </a:r>
            <a:r>
              <a:rPr dirty="0"/>
              <a:t> “</a:t>
            </a:r>
            <a:r>
              <a:rPr dirty="0" err="1"/>
              <a:t>라벨</a:t>
            </a:r>
            <a:r>
              <a:rPr dirty="0"/>
              <a:t>(label)”</a:t>
            </a:r>
            <a:r>
              <a:rPr dirty="0" err="1"/>
              <a:t>이고</a:t>
            </a:r>
            <a:r>
              <a:rPr dirty="0"/>
              <a:t>,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값은</a:t>
            </a:r>
            <a:r>
              <a:rPr dirty="0"/>
              <a:t> </a:t>
            </a:r>
            <a:r>
              <a:rPr dirty="0" err="1"/>
              <a:t>메모리에</a:t>
            </a:r>
            <a:r>
              <a:rPr dirty="0"/>
              <a:t> </a:t>
            </a:r>
            <a:r>
              <a:rPr dirty="0" err="1"/>
              <a:t>저장됨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번 쓸 때, </a:t>
            </a:r>
            <a:r>
              <a:rPr dirty="0" err="1"/>
              <a:t>변수로</a:t>
            </a:r>
            <a:r>
              <a:rPr dirty="0"/>
              <a:t> </a:t>
            </a:r>
            <a:r>
              <a:rPr dirty="0" err="1"/>
              <a:t>만들면</a:t>
            </a:r>
            <a:r>
              <a:rPr dirty="0"/>
              <a:t> </a:t>
            </a:r>
            <a:r>
              <a:rPr dirty="0" err="1"/>
              <a:t>수정과</a:t>
            </a:r>
            <a:r>
              <a:rPr dirty="0"/>
              <a:t> </a:t>
            </a:r>
            <a:r>
              <a:rPr dirty="0" err="1"/>
              <a:t>재사용이</a:t>
            </a:r>
            <a:r>
              <a:rPr dirty="0"/>
              <a:t> </a:t>
            </a:r>
            <a:r>
              <a:rPr dirty="0" err="1"/>
              <a:t>쉬움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예: </a:t>
            </a:r>
            <a:r>
              <a:rPr dirty="0" err="1"/>
              <a:t>tax_rate</a:t>
            </a:r>
            <a:r>
              <a:rPr dirty="0"/>
              <a:t> = 0.1  → </a:t>
            </a:r>
            <a:r>
              <a:rPr dirty="0" err="1"/>
              <a:t>세율이</a:t>
            </a:r>
            <a:r>
              <a:rPr dirty="0"/>
              <a:t> </a:t>
            </a:r>
            <a:r>
              <a:rPr dirty="0" err="1"/>
              <a:t>바뀌면</a:t>
            </a:r>
            <a:r>
              <a:rPr dirty="0"/>
              <a:t> 한 </a:t>
            </a:r>
            <a:r>
              <a:rPr dirty="0" err="1"/>
              <a:t>곳만</a:t>
            </a:r>
            <a:r>
              <a:rPr dirty="0"/>
              <a:t> </a:t>
            </a:r>
            <a:r>
              <a:rPr dirty="0" err="1"/>
              <a:t>수정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변수 할당과 출력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600" dirty="0">
                <a:solidFill>
                  <a:schemeClr val="bg1"/>
                </a:solidFill>
              </a:rPr>
              <a:t>name = "Kim"</a:t>
            </a: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chemeClr val="bg1"/>
                </a:solidFill>
              </a:rPr>
              <a:t>age = 20</a:t>
            </a: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rgbClr val="00B0F0"/>
                </a:solidFill>
              </a:rPr>
              <a:t>print</a:t>
            </a:r>
            <a:r>
              <a:rPr sz="1600" dirty="0">
                <a:solidFill>
                  <a:schemeClr val="bg1"/>
                </a:solidFill>
              </a:rPr>
              <a:t>(name)</a:t>
            </a: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rgbClr val="00B0F0"/>
                </a:solidFill>
              </a:rPr>
              <a:t>print</a:t>
            </a:r>
            <a:r>
              <a:rPr sz="1600" dirty="0">
                <a:solidFill>
                  <a:schemeClr val="bg1"/>
                </a:solidFill>
              </a:rPr>
              <a:t>(age)</a:t>
            </a:r>
            <a:br>
              <a:rPr sz="1600" dirty="0">
                <a:solidFill>
                  <a:schemeClr val="bg1"/>
                </a:solidFill>
              </a:rPr>
            </a:b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# 값 </a:t>
            </a:r>
            <a:r>
              <a:rPr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업데이트</a:t>
            </a: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chemeClr val="bg1"/>
                </a:solidFill>
              </a:rPr>
              <a:t>age = age + 1</a:t>
            </a: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rgbClr val="00B0F0"/>
                </a:solidFill>
              </a:rPr>
              <a:t>print</a:t>
            </a:r>
            <a:r>
              <a:rPr sz="1600" dirty="0">
                <a:solidFill>
                  <a:schemeClr val="bg1"/>
                </a:solidFill>
              </a:rPr>
              <a:t>("next:", age)</a:t>
            </a:r>
            <a:br>
              <a:rPr sz="1600" dirty="0">
                <a:solidFill>
                  <a:schemeClr val="bg1"/>
                </a:solidFill>
              </a:rPr>
            </a:br>
            <a:endParaRPr sz="1600" dirty="0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“=”는 </a:t>
            </a:r>
            <a:r>
              <a:rPr dirty="0" err="1"/>
              <a:t>수학의</a:t>
            </a:r>
            <a:r>
              <a:rPr dirty="0"/>
              <a:t> </a:t>
            </a:r>
            <a:r>
              <a:rPr dirty="0" err="1"/>
              <a:t>같다</a:t>
            </a:r>
            <a:r>
              <a:rPr dirty="0"/>
              <a:t>(=)가 </a:t>
            </a:r>
            <a:r>
              <a:rPr dirty="0" err="1"/>
              <a:t>아니라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 “</a:t>
            </a:r>
            <a:r>
              <a:rPr dirty="0" err="1"/>
              <a:t>대입</a:t>
            </a:r>
            <a:r>
              <a:rPr dirty="0"/>
              <a:t>(</a:t>
            </a:r>
            <a:r>
              <a:rPr dirty="0" err="1"/>
              <a:t>할당</a:t>
            </a:r>
            <a:r>
              <a:rPr dirty="0"/>
              <a:t>)”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변수는</a:t>
            </a:r>
            <a:r>
              <a:rPr dirty="0"/>
              <a:t> “</a:t>
            </a:r>
            <a:r>
              <a:rPr dirty="0" err="1"/>
              <a:t>바뀔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값”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print()로 </a:t>
            </a:r>
            <a:r>
              <a:rPr dirty="0" err="1"/>
              <a:t>중간값을</a:t>
            </a:r>
            <a:r>
              <a:rPr dirty="0"/>
              <a:t> </a:t>
            </a:r>
            <a:r>
              <a:rPr dirty="0" err="1"/>
              <a:t>찍으며</a:t>
            </a:r>
            <a:r>
              <a:rPr dirty="0"/>
              <a:t> </a:t>
            </a:r>
            <a:r>
              <a:rPr dirty="0" err="1"/>
              <a:t>확인하면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디버깅이</a:t>
            </a:r>
            <a:r>
              <a:rPr dirty="0"/>
              <a:t> </a:t>
            </a:r>
            <a:r>
              <a:rPr dirty="0" err="1"/>
              <a:t>쉬움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변수 이름 규칙 &amp; 스타일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영문</a:t>
            </a:r>
            <a:r>
              <a:rPr dirty="0"/>
              <a:t>/</a:t>
            </a:r>
            <a:r>
              <a:rPr dirty="0" err="1"/>
              <a:t>숫자</a:t>
            </a:r>
            <a:r>
              <a:rPr dirty="0"/>
              <a:t>/_(</a:t>
            </a:r>
            <a:r>
              <a:rPr dirty="0" err="1"/>
              <a:t>언더스코어</a:t>
            </a:r>
            <a:r>
              <a:rPr dirty="0"/>
              <a:t>) </a:t>
            </a:r>
            <a:r>
              <a:rPr dirty="0" err="1"/>
              <a:t>사용</a:t>
            </a:r>
            <a:r>
              <a:rPr dirty="0"/>
              <a:t>, </a:t>
            </a:r>
            <a:r>
              <a:rPr dirty="0" err="1"/>
              <a:t>숫자로</a:t>
            </a:r>
            <a:r>
              <a:rPr dirty="0"/>
              <a:t> </a:t>
            </a:r>
            <a:r>
              <a:rPr dirty="0" err="1"/>
              <a:t>시작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예약어</a:t>
            </a:r>
            <a:r>
              <a:rPr dirty="0"/>
              <a:t>(if, for, class 등)는 </a:t>
            </a:r>
            <a:r>
              <a:rPr dirty="0" err="1"/>
              <a:t>이름으로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이름</a:t>
            </a:r>
            <a:r>
              <a:rPr dirty="0"/>
              <a:t> </a:t>
            </a:r>
            <a:r>
              <a:rPr dirty="0" err="1"/>
              <a:t>추천</a:t>
            </a:r>
            <a:r>
              <a:rPr dirty="0"/>
              <a:t>: </a:t>
            </a:r>
            <a:r>
              <a:rPr dirty="0" err="1"/>
              <a:t>a,b</a:t>
            </a:r>
            <a:r>
              <a:rPr dirty="0"/>
              <a:t> </a:t>
            </a:r>
            <a:r>
              <a:rPr dirty="0" err="1"/>
              <a:t>보다</a:t>
            </a:r>
            <a:r>
              <a:rPr dirty="0"/>
              <a:t> </a:t>
            </a:r>
            <a:r>
              <a:rPr dirty="0" err="1"/>
              <a:t>total_score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스타일</a:t>
            </a:r>
            <a:r>
              <a:rPr dirty="0"/>
              <a:t>: </a:t>
            </a:r>
            <a:r>
              <a:rPr dirty="0" err="1"/>
              <a:t>snake_case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(예: </a:t>
            </a:r>
            <a:r>
              <a:rPr dirty="0" err="1"/>
              <a:t>total_score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기본 자료형 한눈에 보기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int: </a:t>
            </a:r>
            <a:r>
              <a:rPr dirty="0" err="1"/>
              <a:t>정수</a:t>
            </a:r>
            <a:r>
              <a:rPr dirty="0"/>
              <a:t> (예: 10, -3)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float: </a:t>
            </a:r>
            <a:r>
              <a:rPr dirty="0" err="1"/>
              <a:t>실수</a:t>
            </a:r>
            <a:r>
              <a:rPr dirty="0"/>
              <a:t> (예: 3.14, 0.1)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str: </a:t>
            </a:r>
            <a:r>
              <a:rPr dirty="0" err="1"/>
              <a:t>문자열</a:t>
            </a:r>
            <a:r>
              <a:rPr dirty="0"/>
              <a:t> (예: "hello")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bool: 참/</a:t>
            </a:r>
            <a:r>
              <a:rPr dirty="0" err="1"/>
              <a:t>거짓</a:t>
            </a:r>
            <a:r>
              <a:rPr dirty="0"/>
              <a:t> (True, False)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자료형 확인(type) 예시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>
                <a:solidFill>
                  <a:schemeClr val="bg1"/>
                </a:solidFill>
              </a:rPr>
              <a:t>x = 10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y = 3.14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s = "10"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flag = True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(type(x))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(type(y))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(type(s))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(type(flag))</a:t>
            </a:r>
            <a:br>
              <a:rPr dirty="0">
                <a:solidFill>
                  <a:schemeClr val="bg1"/>
                </a:solidFill>
              </a:rPr>
            </a:br>
            <a:endParaRPr dirty="0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1351" y="2267712"/>
            <a:ext cx="4198314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 algn="ctr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type()은 “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값의</a:t>
            </a:r>
            <a:r>
              <a:rPr dirty="0"/>
              <a:t> </a:t>
            </a:r>
            <a:r>
              <a:rPr dirty="0" err="1"/>
              <a:t>자료형”을</a:t>
            </a:r>
            <a:r>
              <a:rPr dirty="0"/>
              <a:t> </a:t>
            </a:r>
            <a:r>
              <a:rPr dirty="0" err="1"/>
              <a:t>알려줌</a:t>
            </a: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문자열</a:t>
            </a:r>
            <a:r>
              <a:rPr dirty="0"/>
              <a:t> "10"은 </a:t>
            </a:r>
            <a:r>
              <a:rPr dirty="0" err="1"/>
              <a:t>숫자가</a:t>
            </a:r>
            <a:r>
              <a:rPr dirty="0"/>
              <a:t> </a:t>
            </a:r>
            <a:r>
              <a:rPr dirty="0" err="1"/>
              <a:t>아님</a:t>
            </a:r>
            <a:r>
              <a:rPr dirty="0"/>
              <a:t> 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→ </a:t>
            </a:r>
            <a:r>
              <a:rPr dirty="0" err="1"/>
              <a:t>계산하려면</a:t>
            </a:r>
            <a:r>
              <a:rPr dirty="0"/>
              <a:t> </a:t>
            </a:r>
            <a:r>
              <a:rPr dirty="0" err="1"/>
              <a:t>변환</a:t>
            </a:r>
            <a:r>
              <a:rPr dirty="0"/>
              <a:t> </a:t>
            </a:r>
            <a:r>
              <a:rPr dirty="0" err="1"/>
              <a:t>필요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bool은</a:t>
            </a:r>
            <a:r>
              <a:rPr dirty="0"/>
              <a:t> </a:t>
            </a:r>
            <a:r>
              <a:rPr dirty="0" err="1"/>
              <a:t>조건문에서</a:t>
            </a:r>
            <a:r>
              <a:rPr dirty="0"/>
              <a:t>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(Week 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출력 포맷: f-string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>
                <a:solidFill>
                  <a:schemeClr val="bg1"/>
                </a:solidFill>
              </a:rPr>
              <a:t>name = "Kim"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score = 92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(f"{name}</a:t>
            </a:r>
            <a:r>
              <a:rPr dirty="0" err="1">
                <a:solidFill>
                  <a:schemeClr val="bg1"/>
                </a:solidFill>
              </a:rPr>
              <a:t>님의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점수</a:t>
            </a:r>
            <a:r>
              <a:rPr dirty="0">
                <a:solidFill>
                  <a:schemeClr val="bg1"/>
                </a:solidFill>
              </a:rPr>
              <a:t>: {score}")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</a:t>
            </a:r>
            <a:r>
              <a:rPr dirty="0" err="1">
                <a:solidFill>
                  <a:schemeClr val="bg1"/>
                </a:solidFill>
              </a:rPr>
              <a:t>f"합격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여부</a:t>
            </a:r>
            <a:r>
              <a:rPr dirty="0">
                <a:solidFill>
                  <a:schemeClr val="bg1"/>
                </a:solidFill>
              </a:rPr>
              <a:t>: {score &gt;= 60}")</a:t>
            </a:r>
            <a:br>
              <a:rPr dirty="0">
                <a:solidFill>
                  <a:schemeClr val="bg1"/>
                </a:solidFill>
              </a:rPr>
            </a:br>
            <a:endParaRPr dirty="0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f"...{</a:t>
            </a:r>
            <a:r>
              <a:rPr dirty="0" err="1"/>
              <a:t>변수</a:t>
            </a:r>
            <a:r>
              <a:rPr dirty="0"/>
              <a:t>}..." </a:t>
            </a:r>
            <a:r>
              <a:rPr dirty="0" err="1"/>
              <a:t>형태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문자열</a:t>
            </a:r>
            <a:r>
              <a:rPr dirty="0"/>
              <a:t> + </a:t>
            </a:r>
            <a:r>
              <a:rPr dirty="0" err="1"/>
              <a:t>숫자</a:t>
            </a:r>
            <a:r>
              <a:rPr dirty="0"/>
              <a:t> </a:t>
            </a:r>
            <a:r>
              <a:rPr dirty="0" err="1"/>
              <a:t>연결은</a:t>
            </a:r>
            <a:r>
              <a:rPr dirty="0"/>
              <a:t> f-</a:t>
            </a:r>
            <a:r>
              <a:rPr dirty="0" err="1"/>
              <a:t>string이</a:t>
            </a:r>
            <a:r>
              <a:rPr dirty="0"/>
              <a:t> 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보편적으로 사용됨</a:t>
            </a:r>
            <a:endParaRPr lang="en-US" altLang="ko-KR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예시를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정하면</a:t>
            </a:r>
            <a:r>
              <a:rPr dirty="0"/>
              <a:t> </a:t>
            </a:r>
            <a:r>
              <a:rPr dirty="0" err="1"/>
              <a:t>코딩이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쉬워짐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형 변환(Casting) &amp; 입력(input)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input()은 </a:t>
            </a:r>
            <a:r>
              <a:rPr dirty="0" err="1"/>
              <a:t>항상</a:t>
            </a:r>
            <a:r>
              <a:rPr dirty="0"/>
              <a:t> </a:t>
            </a:r>
            <a:r>
              <a:rPr dirty="0" err="1"/>
              <a:t>문자열</a:t>
            </a:r>
            <a:r>
              <a:rPr dirty="0"/>
              <a:t>(str)로 </a:t>
            </a:r>
            <a:r>
              <a:rPr dirty="0" err="1"/>
              <a:t>입력을</a:t>
            </a:r>
            <a:r>
              <a:rPr dirty="0"/>
              <a:t> </a:t>
            </a:r>
            <a:r>
              <a:rPr dirty="0" err="1"/>
              <a:t>받음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숫자로</a:t>
            </a:r>
            <a:r>
              <a:rPr dirty="0"/>
              <a:t> </a:t>
            </a:r>
            <a:r>
              <a:rPr dirty="0" err="1"/>
              <a:t>계산하려면</a:t>
            </a:r>
            <a:r>
              <a:rPr dirty="0"/>
              <a:t> int(), float()로 </a:t>
            </a:r>
            <a:r>
              <a:rPr dirty="0" err="1"/>
              <a:t>변환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변환</a:t>
            </a:r>
            <a:r>
              <a:rPr dirty="0"/>
              <a:t> </a:t>
            </a:r>
            <a:r>
              <a:rPr dirty="0" err="1"/>
              <a:t>실패</a:t>
            </a:r>
            <a:r>
              <a:rPr dirty="0"/>
              <a:t>(</a:t>
            </a:r>
            <a:r>
              <a:rPr dirty="0" err="1"/>
              <a:t>ValueError</a:t>
            </a:r>
            <a:r>
              <a:rPr dirty="0"/>
              <a:t>) </a:t>
            </a:r>
            <a:r>
              <a:rPr dirty="0" err="1"/>
              <a:t>가능</a:t>
            </a:r>
            <a:r>
              <a:rPr dirty="0"/>
              <a:t> → </a:t>
            </a:r>
            <a:r>
              <a:rPr dirty="0" err="1"/>
              <a:t>입력값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/</a:t>
            </a:r>
            <a:r>
              <a:rPr dirty="0" err="1"/>
              <a:t>검증이</a:t>
            </a:r>
            <a:r>
              <a:rPr dirty="0"/>
              <a:t> </a:t>
            </a:r>
            <a:r>
              <a:rPr dirty="0" err="1"/>
              <a:t>중요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오늘은</a:t>
            </a:r>
            <a:r>
              <a:rPr dirty="0"/>
              <a:t> “</a:t>
            </a:r>
            <a:r>
              <a:rPr dirty="0" err="1"/>
              <a:t>정상</a:t>
            </a:r>
            <a:r>
              <a:rPr dirty="0"/>
              <a:t> </a:t>
            </a:r>
            <a:r>
              <a:rPr dirty="0" err="1"/>
              <a:t>입력”을</a:t>
            </a:r>
            <a:r>
              <a:rPr dirty="0"/>
              <a:t> </a:t>
            </a:r>
            <a:r>
              <a:rPr dirty="0" err="1"/>
              <a:t>가정하고</a:t>
            </a:r>
            <a:r>
              <a:rPr dirty="0"/>
              <a:t> </a:t>
            </a:r>
            <a:r>
              <a:rPr dirty="0" err="1"/>
              <a:t>연습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입력 2개 받아 계산하기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>
                <a:solidFill>
                  <a:schemeClr val="bg1"/>
                </a:solidFill>
              </a:rPr>
              <a:t>a = int(input("a: "))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b = int(input("b: "))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("sum:", a + b)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("diff:", a - b)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("prod:", a * b)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("</a:t>
            </a:r>
            <a:r>
              <a:rPr dirty="0" err="1">
                <a:solidFill>
                  <a:schemeClr val="bg1"/>
                </a:solidFill>
              </a:rPr>
              <a:t>quot</a:t>
            </a:r>
            <a:r>
              <a:rPr dirty="0">
                <a:solidFill>
                  <a:schemeClr val="bg1"/>
                </a:solidFill>
              </a:rPr>
              <a:t>:", a / b)</a:t>
            </a:r>
            <a:br>
              <a:rPr dirty="0">
                <a:solidFill>
                  <a:schemeClr val="bg1"/>
                </a:solidFill>
              </a:rPr>
            </a:br>
            <a:endParaRPr dirty="0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int(input()) </a:t>
            </a:r>
            <a:r>
              <a:rPr dirty="0" err="1"/>
              <a:t>패턴은</a:t>
            </a:r>
            <a:r>
              <a:rPr dirty="0"/>
              <a:t> </a:t>
            </a:r>
            <a:r>
              <a:rPr dirty="0" err="1"/>
              <a:t>자주</a:t>
            </a:r>
            <a:r>
              <a:rPr dirty="0"/>
              <a:t> 씀</a:t>
            </a:r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나눗셈</a:t>
            </a:r>
            <a:r>
              <a:rPr dirty="0"/>
              <a:t>(/) </a:t>
            </a:r>
            <a:r>
              <a:rPr dirty="0" err="1"/>
              <a:t>결과는</a:t>
            </a:r>
            <a:r>
              <a:rPr dirty="0"/>
              <a:t> float</a:t>
            </a:r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b가</a:t>
            </a:r>
            <a:r>
              <a:rPr dirty="0"/>
              <a:t> 0이면 </a:t>
            </a:r>
            <a:r>
              <a:rPr dirty="0" err="1"/>
              <a:t>오류</a:t>
            </a:r>
            <a:r>
              <a:rPr dirty="0"/>
              <a:t>(</a:t>
            </a:r>
            <a:r>
              <a:rPr dirty="0" err="1"/>
              <a:t>ZeroDivisionError</a:t>
            </a:r>
            <a:r>
              <a:rPr dirty="0"/>
              <a:t>)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 → Week 4에서 </a:t>
            </a:r>
            <a:r>
              <a:rPr dirty="0" err="1"/>
              <a:t>처리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연산자 1: 산술 연산자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+, -, *, / : </a:t>
            </a:r>
            <a:r>
              <a:rPr dirty="0" err="1"/>
              <a:t>기본</a:t>
            </a:r>
            <a:r>
              <a:rPr dirty="0"/>
              <a:t> </a:t>
            </a:r>
            <a:r>
              <a:rPr dirty="0" err="1"/>
              <a:t>연산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// : 몫(</a:t>
            </a:r>
            <a:r>
              <a:rPr dirty="0" err="1"/>
              <a:t>정수</a:t>
            </a:r>
            <a:r>
              <a:rPr dirty="0"/>
              <a:t> </a:t>
            </a:r>
            <a:r>
              <a:rPr dirty="0" err="1"/>
              <a:t>나눗셈</a:t>
            </a:r>
            <a:r>
              <a:rPr dirty="0"/>
              <a:t>),  % : </a:t>
            </a:r>
            <a:r>
              <a:rPr dirty="0" err="1"/>
              <a:t>나머지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** : </a:t>
            </a:r>
            <a:r>
              <a:rPr dirty="0" err="1"/>
              <a:t>거듭제곱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우선순위</a:t>
            </a:r>
            <a:r>
              <a:rPr dirty="0"/>
              <a:t>: ** → *,/,//,% → +,- (</a:t>
            </a:r>
            <a:r>
              <a:rPr dirty="0" err="1"/>
              <a:t>필요하면</a:t>
            </a:r>
            <a:r>
              <a:rPr dirty="0"/>
              <a:t> </a:t>
            </a:r>
            <a:r>
              <a:rPr dirty="0" err="1"/>
              <a:t>괄호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연산자 예시(몫/나머지)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>
                <a:solidFill>
                  <a:schemeClr val="bg1"/>
                </a:solidFill>
              </a:rPr>
              <a:t>n = 17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(n // 5)   # 3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(n % 5)    # 2</a:t>
            </a:r>
            <a:br>
              <a:rPr dirty="0"/>
            </a:br>
            <a:br>
              <a:rPr dirty="0"/>
            </a:br>
            <a:r>
              <a:rPr dirty="0"/>
              <a:t># 1시간 75분 → 몇 </a:t>
            </a:r>
            <a:r>
              <a:rPr dirty="0" err="1"/>
              <a:t>시간</a:t>
            </a:r>
            <a:r>
              <a:rPr dirty="0"/>
              <a:t> 몇 분?</a:t>
            </a:r>
            <a:br>
              <a:rPr dirty="0"/>
            </a:br>
            <a:r>
              <a:rPr dirty="0">
                <a:solidFill>
                  <a:schemeClr val="bg1"/>
                </a:solidFill>
              </a:rPr>
              <a:t>m = 75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(m // 60, "hour")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(m % 60, "min")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4390" y="2267712"/>
            <a:ext cx="4012236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 algn="ctr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몫/</a:t>
            </a:r>
            <a:r>
              <a:rPr dirty="0" err="1"/>
              <a:t>나머지는</a:t>
            </a:r>
            <a:r>
              <a:rPr dirty="0"/>
              <a:t> “</a:t>
            </a:r>
            <a:r>
              <a:rPr dirty="0" err="1"/>
              <a:t>단위</a:t>
            </a:r>
            <a:r>
              <a:rPr dirty="0"/>
              <a:t> </a:t>
            </a:r>
            <a:r>
              <a:rPr dirty="0" err="1"/>
              <a:t>변환”에</a:t>
            </a:r>
            <a:r>
              <a:rPr dirty="0"/>
              <a:t> </a:t>
            </a: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사용</a:t>
            </a: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예: 초 → 분/초, 돈 → </a:t>
            </a:r>
            <a:r>
              <a:rPr dirty="0" err="1"/>
              <a:t>만원</a:t>
            </a:r>
            <a:r>
              <a:rPr dirty="0"/>
              <a:t>/</a:t>
            </a:r>
            <a:r>
              <a:rPr dirty="0" err="1"/>
              <a:t>천원</a:t>
            </a: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실습에서</a:t>
            </a:r>
            <a:r>
              <a:rPr dirty="0"/>
              <a:t> </a:t>
            </a: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등장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연산자 2: 비교/논리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비교</a:t>
            </a:r>
            <a:r>
              <a:rPr dirty="0"/>
              <a:t>: ==, !=, &gt;, &gt;=, &lt;, &lt;=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논리</a:t>
            </a:r>
            <a:r>
              <a:rPr dirty="0"/>
              <a:t>: and, or, not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비교</a:t>
            </a:r>
            <a:r>
              <a:rPr dirty="0"/>
              <a:t> </a:t>
            </a:r>
            <a:r>
              <a:rPr dirty="0" err="1"/>
              <a:t>결과는</a:t>
            </a:r>
            <a:r>
              <a:rPr dirty="0"/>
              <a:t> bool(True/False)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조건문</a:t>
            </a:r>
            <a:r>
              <a:rPr dirty="0"/>
              <a:t>(if)의 “</a:t>
            </a:r>
            <a:r>
              <a:rPr dirty="0" err="1"/>
              <a:t>재료”가</a:t>
            </a:r>
            <a:r>
              <a:rPr dirty="0"/>
              <a:t> 됨 (</a:t>
            </a:r>
            <a:r>
              <a:rPr dirty="0" err="1"/>
              <a:t>다음</a:t>
            </a:r>
            <a:r>
              <a:rPr dirty="0"/>
              <a:t> 주!)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비교/논리 연산 예시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>
                <a:solidFill>
                  <a:schemeClr val="bg1"/>
                </a:solidFill>
              </a:rPr>
              <a:t>age = 19</a:t>
            </a: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has_id</a:t>
            </a:r>
            <a:r>
              <a:rPr dirty="0">
                <a:solidFill>
                  <a:schemeClr val="bg1"/>
                </a:solidFill>
              </a:rPr>
              <a:t> = True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is_adult</a:t>
            </a:r>
            <a:r>
              <a:rPr dirty="0">
                <a:solidFill>
                  <a:schemeClr val="bg1"/>
                </a:solidFill>
              </a:rPr>
              <a:t> = age &gt;= 20</a:t>
            </a: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can_enter</a:t>
            </a:r>
            <a:r>
              <a:rPr dirty="0">
                <a:solidFill>
                  <a:schemeClr val="bg1"/>
                </a:solidFill>
              </a:rPr>
              <a:t> = (age &gt;= 18) and </a:t>
            </a:r>
            <a:r>
              <a:rPr dirty="0" err="1">
                <a:solidFill>
                  <a:schemeClr val="bg1"/>
                </a:solidFill>
              </a:rPr>
              <a:t>has_id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</a:t>
            </a:r>
            <a:r>
              <a:rPr dirty="0" err="1">
                <a:solidFill>
                  <a:schemeClr val="bg1"/>
                </a:solidFill>
              </a:rPr>
              <a:t>is_adult</a:t>
            </a:r>
            <a:r>
              <a:rPr dirty="0">
                <a:solidFill>
                  <a:schemeClr val="bg1"/>
                </a:solidFill>
              </a:rPr>
              <a:t>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rgbClr val="00B0F0"/>
                </a:solidFill>
              </a:rPr>
              <a:t>print</a:t>
            </a:r>
            <a:r>
              <a:rPr dirty="0">
                <a:solidFill>
                  <a:schemeClr val="bg1"/>
                </a:solidFill>
              </a:rPr>
              <a:t>(</a:t>
            </a:r>
            <a:r>
              <a:rPr dirty="0" err="1">
                <a:solidFill>
                  <a:schemeClr val="bg1"/>
                </a:solidFill>
              </a:rPr>
              <a:t>can_enter</a:t>
            </a:r>
            <a:r>
              <a:rPr dirty="0">
                <a:solidFill>
                  <a:schemeClr val="bg1"/>
                </a:solidFill>
              </a:rPr>
              <a:t>)</a:t>
            </a:r>
            <a:br>
              <a:rPr dirty="0">
                <a:solidFill>
                  <a:schemeClr val="bg1"/>
                </a:solidFill>
              </a:rPr>
            </a:br>
            <a:endParaRPr dirty="0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긴 </a:t>
            </a:r>
            <a:r>
              <a:rPr dirty="0" err="1"/>
              <a:t>조건은</a:t>
            </a:r>
            <a:r>
              <a:rPr dirty="0"/>
              <a:t> </a:t>
            </a:r>
            <a:r>
              <a:rPr dirty="0" err="1"/>
              <a:t>괄호로</a:t>
            </a:r>
            <a:r>
              <a:rPr dirty="0"/>
              <a:t> </a:t>
            </a:r>
            <a:r>
              <a:rPr dirty="0" err="1"/>
              <a:t>묶어</a:t>
            </a:r>
            <a:r>
              <a:rPr dirty="0"/>
              <a:t> </a:t>
            </a:r>
            <a:r>
              <a:rPr dirty="0" err="1"/>
              <a:t>가독성</a:t>
            </a:r>
            <a:r>
              <a:rPr dirty="0"/>
              <a:t>↑</a:t>
            </a:r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중간</a:t>
            </a:r>
            <a:r>
              <a:rPr dirty="0"/>
              <a:t> </a:t>
            </a:r>
            <a:r>
              <a:rPr dirty="0" err="1"/>
              <a:t>변수를</a:t>
            </a:r>
            <a:r>
              <a:rPr dirty="0"/>
              <a:t> </a:t>
            </a:r>
            <a:r>
              <a:rPr dirty="0" err="1"/>
              <a:t>두면</a:t>
            </a:r>
            <a:r>
              <a:rPr dirty="0"/>
              <a:t> </a:t>
            </a:r>
            <a:r>
              <a:rPr dirty="0" err="1"/>
              <a:t>디버깅이</a:t>
            </a:r>
            <a:r>
              <a:rPr dirty="0"/>
              <a:t> </a:t>
            </a:r>
            <a:r>
              <a:rPr dirty="0" err="1"/>
              <a:t>쉬움</a:t>
            </a: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조건식은</a:t>
            </a:r>
            <a:r>
              <a:rPr dirty="0"/>
              <a:t> “</a:t>
            </a:r>
            <a:r>
              <a:rPr dirty="0" err="1"/>
              <a:t>문장”처럼</a:t>
            </a:r>
            <a:r>
              <a:rPr dirty="0"/>
              <a:t> </a:t>
            </a:r>
            <a:r>
              <a:rPr dirty="0" err="1"/>
              <a:t>읽히게</a:t>
            </a:r>
            <a:r>
              <a:rPr dirty="0"/>
              <a:t> </a:t>
            </a:r>
            <a:r>
              <a:rPr dirty="0" err="1"/>
              <a:t>작성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With AI: 오늘의 협업 방식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사람이</a:t>
            </a:r>
            <a:r>
              <a:rPr dirty="0"/>
              <a:t> 할 일: </a:t>
            </a:r>
            <a:r>
              <a:rPr dirty="0" err="1"/>
              <a:t>요구사항</a:t>
            </a:r>
            <a:r>
              <a:rPr dirty="0"/>
              <a:t> </a:t>
            </a:r>
            <a:r>
              <a:rPr dirty="0" err="1"/>
              <a:t>정리</a:t>
            </a:r>
            <a:r>
              <a:rPr dirty="0"/>
              <a:t>, </a:t>
            </a:r>
            <a:r>
              <a:rPr dirty="0" err="1"/>
              <a:t>입력</a:t>
            </a:r>
            <a:r>
              <a:rPr dirty="0"/>
              <a:t>/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,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AI가</a:t>
            </a:r>
            <a:r>
              <a:rPr dirty="0"/>
              <a:t> 할 일: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초안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, </a:t>
            </a:r>
            <a:r>
              <a:rPr dirty="0" err="1"/>
              <a:t>설명</a:t>
            </a:r>
            <a:r>
              <a:rPr dirty="0"/>
              <a:t>/</a:t>
            </a:r>
            <a:r>
              <a:rPr dirty="0" err="1"/>
              <a:t>주석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, </a:t>
            </a:r>
            <a:r>
              <a:rPr dirty="0" err="1"/>
              <a:t>리팩터링</a:t>
            </a:r>
            <a:r>
              <a:rPr dirty="0"/>
              <a:t> </a:t>
            </a:r>
            <a:r>
              <a:rPr dirty="0" err="1"/>
              <a:t>아이디어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주의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dirty="0"/>
              <a:t>AI </a:t>
            </a:r>
            <a:r>
              <a:rPr dirty="0" err="1"/>
              <a:t>코드는</a:t>
            </a:r>
            <a:r>
              <a:rPr dirty="0"/>
              <a:t> “</a:t>
            </a:r>
            <a:r>
              <a:rPr dirty="0" err="1"/>
              <a:t>실행해보고</a:t>
            </a:r>
            <a:r>
              <a:rPr dirty="0"/>
              <a:t>” </a:t>
            </a:r>
            <a:r>
              <a:rPr dirty="0" err="1"/>
              <a:t>수정해야</a:t>
            </a:r>
            <a:r>
              <a:rPr dirty="0"/>
              <a:t> 내 </a:t>
            </a:r>
            <a:r>
              <a:rPr dirty="0" err="1"/>
              <a:t>코드가</a:t>
            </a:r>
            <a:r>
              <a:rPr dirty="0"/>
              <a:t> 됨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규칙</a:t>
            </a:r>
            <a:r>
              <a:rPr dirty="0"/>
              <a:t>: (1) </a:t>
            </a:r>
            <a:r>
              <a:rPr dirty="0" err="1"/>
              <a:t>프롬프트에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 (2) </a:t>
            </a:r>
            <a:r>
              <a:rPr dirty="0" err="1"/>
              <a:t>테스트로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620256"/>
            <a:ext cx="59436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2026-1학기 · 컴퓨터학부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프롬프트 템플릿(코드 생성)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>
                <a:solidFill>
                  <a:schemeClr val="bg1"/>
                </a:solidFill>
              </a:rPr>
              <a:t>역할</a:t>
            </a:r>
            <a:r>
              <a:rPr dirty="0">
                <a:solidFill>
                  <a:schemeClr val="bg1"/>
                </a:solidFill>
              </a:rPr>
              <a:t>: </a:t>
            </a:r>
            <a:r>
              <a:rPr dirty="0" err="1">
                <a:solidFill>
                  <a:schemeClr val="bg1"/>
                </a:solidFill>
              </a:rPr>
              <a:t>너는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파이썬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튜터야</a:t>
            </a:r>
            <a:r>
              <a:rPr dirty="0">
                <a:solidFill>
                  <a:schemeClr val="bg1"/>
                </a:solidFill>
              </a:rPr>
              <a:t>.</a:t>
            </a: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목표</a:t>
            </a:r>
            <a:r>
              <a:rPr dirty="0">
                <a:solidFill>
                  <a:schemeClr val="bg1"/>
                </a:solidFill>
              </a:rPr>
              <a:t>: </a:t>
            </a:r>
            <a:r>
              <a:rPr dirty="0" err="1">
                <a:solidFill>
                  <a:schemeClr val="bg1"/>
                </a:solidFill>
              </a:rPr>
              <a:t>아래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문제를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파이썬으로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풀어줘</a:t>
            </a:r>
            <a:r>
              <a:rPr dirty="0">
                <a:solidFill>
                  <a:schemeClr val="bg1"/>
                </a:solidFill>
              </a:rPr>
              <a:t>.</a:t>
            </a: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입력</a:t>
            </a:r>
            <a:r>
              <a:rPr dirty="0">
                <a:solidFill>
                  <a:schemeClr val="bg1"/>
                </a:solidFill>
              </a:rPr>
              <a:t>: (예) a=3, b=5</a:t>
            </a: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출력</a:t>
            </a:r>
            <a:r>
              <a:rPr dirty="0">
                <a:solidFill>
                  <a:schemeClr val="bg1"/>
                </a:solidFill>
              </a:rPr>
              <a:t>: (예) sum=8, avg=4.0</a:t>
            </a: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제약</a:t>
            </a:r>
            <a:r>
              <a:rPr dirty="0">
                <a:solidFill>
                  <a:schemeClr val="bg1"/>
                </a:solidFill>
              </a:rPr>
              <a:t>: </a:t>
            </a:r>
            <a:r>
              <a:rPr dirty="0" err="1">
                <a:solidFill>
                  <a:schemeClr val="bg1"/>
                </a:solidFill>
              </a:rPr>
              <a:t>변수</a:t>
            </a:r>
            <a:r>
              <a:rPr dirty="0">
                <a:solidFill>
                  <a:schemeClr val="bg1"/>
                </a:solidFill>
              </a:rPr>
              <a:t>/</a:t>
            </a:r>
            <a:r>
              <a:rPr dirty="0" err="1">
                <a:solidFill>
                  <a:schemeClr val="bg1"/>
                </a:solidFill>
              </a:rPr>
              <a:t>자료형</a:t>
            </a:r>
            <a:r>
              <a:rPr dirty="0">
                <a:solidFill>
                  <a:schemeClr val="bg1"/>
                </a:solidFill>
              </a:rPr>
              <a:t>/</a:t>
            </a:r>
            <a:r>
              <a:rPr dirty="0" err="1">
                <a:solidFill>
                  <a:schemeClr val="bg1"/>
                </a:solidFill>
              </a:rPr>
              <a:t>연산자만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사용</a:t>
            </a:r>
            <a:r>
              <a:rPr dirty="0">
                <a:solidFill>
                  <a:schemeClr val="bg1"/>
                </a:solidFill>
              </a:rPr>
              <a:t>(</a:t>
            </a:r>
            <a:r>
              <a:rPr dirty="0" err="1">
                <a:solidFill>
                  <a:schemeClr val="bg1"/>
                </a:solidFill>
              </a:rPr>
              <a:t>조건문</a:t>
            </a:r>
            <a:r>
              <a:rPr dirty="0">
                <a:solidFill>
                  <a:schemeClr val="bg1"/>
                </a:solidFill>
              </a:rPr>
              <a:t> X)</a:t>
            </a: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요청</a:t>
            </a:r>
            <a:r>
              <a:rPr dirty="0">
                <a:solidFill>
                  <a:schemeClr val="bg1"/>
                </a:solidFill>
              </a:rPr>
              <a:t>: </a:t>
            </a:r>
            <a:r>
              <a:rPr dirty="0" err="1">
                <a:solidFill>
                  <a:schemeClr val="bg1"/>
                </a:solidFill>
              </a:rPr>
              <a:t>코드</a:t>
            </a:r>
            <a:r>
              <a:rPr dirty="0">
                <a:solidFill>
                  <a:schemeClr val="bg1"/>
                </a:solidFill>
              </a:rPr>
              <a:t> + 한 </a:t>
            </a:r>
            <a:r>
              <a:rPr dirty="0" err="1">
                <a:solidFill>
                  <a:schemeClr val="bg1"/>
                </a:solidFill>
              </a:rPr>
              <a:t>줄씩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설명</a:t>
            </a:r>
            <a:r>
              <a:rPr dirty="0">
                <a:solidFill>
                  <a:schemeClr val="bg1"/>
                </a:solidFill>
              </a:rPr>
              <a:t> + </a:t>
            </a:r>
            <a:r>
              <a:rPr dirty="0" err="1">
                <a:solidFill>
                  <a:schemeClr val="bg1"/>
                </a:solidFill>
              </a:rPr>
              <a:t>테스트</a:t>
            </a:r>
            <a:r>
              <a:rPr dirty="0">
                <a:solidFill>
                  <a:schemeClr val="bg1"/>
                </a:solidFill>
              </a:rPr>
              <a:t> 3개</a:t>
            </a:r>
            <a:br>
              <a:rPr dirty="0">
                <a:solidFill>
                  <a:schemeClr val="bg1"/>
                </a:solidFill>
              </a:rPr>
            </a:br>
            <a:endParaRPr dirty="0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프롬프트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같은 요청도 구체적인 프롬프트</a:t>
            </a:r>
            <a:r>
              <a:rPr lang="en-US" altLang="ko-KR" dirty="0"/>
              <a:t>, </a:t>
            </a:r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 err="1"/>
              <a:t>예를들어</a:t>
            </a:r>
            <a:endParaRPr lang="en-US" altLang="ko-KR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endParaRPr lang="en-US" altLang="ko-KR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역할</a:t>
            </a:r>
            <a:r>
              <a:rPr dirty="0"/>
              <a:t>/</a:t>
            </a:r>
            <a:r>
              <a:rPr dirty="0" err="1"/>
              <a:t>목표</a:t>
            </a:r>
            <a:r>
              <a:rPr dirty="0"/>
              <a:t>/</a:t>
            </a:r>
            <a:r>
              <a:rPr dirty="0" err="1"/>
              <a:t>입력</a:t>
            </a:r>
            <a:r>
              <a:rPr dirty="0"/>
              <a:t>/</a:t>
            </a:r>
            <a:r>
              <a:rPr dirty="0" err="1"/>
              <a:t>출력</a:t>
            </a:r>
            <a:r>
              <a:rPr dirty="0"/>
              <a:t>/</a:t>
            </a:r>
            <a:r>
              <a:rPr dirty="0" err="1"/>
              <a:t>제약을</a:t>
            </a:r>
            <a:r>
              <a:rPr dirty="0"/>
              <a:t> </a:t>
            </a:r>
            <a:r>
              <a:rPr dirty="0" err="1"/>
              <a:t>분리</a:t>
            </a:r>
            <a:endParaRPr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“</a:t>
            </a:r>
            <a:r>
              <a:rPr dirty="0" err="1"/>
              <a:t>테스트</a:t>
            </a:r>
            <a:r>
              <a:rPr dirty="0"/>
              <a:t> 3개”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와 같이 </a:t>
            </a:r>
            <a:r>
              <a:rPr dirty="0" err="1"/>
              <a:t>요구하</a:t>
            </a:r>
            <a:r>
              <a:rPr lang="ko-KR" altLang="en-US" dirty="0"/>
              <a:t>면</a:t>
            </a:r>
            <a:r>
              <a:rPr dirty="0"/>
              <a:t> </a:t>
            </a:r>
            <a:r>
              <a:rPr lang="ko-KR" altLang="en-US" dirty="0"/>
              <a:t>생성 결과물의 </a:t>
            </a:r>
            <a:endParaRPr lang="en-US" altLang="ko-KR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신뢰도</a:t>
            </a:r>
            <a:r>
              <a:rPr dirty="0"/>
              <a:t>↑</a:t>
            </a:r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제약을</a:t>
            </a:r>
            <a:r>
              <a:rPr dirty="0"/>
              <a:t> </a:t>
            </a:r>
            <a:r>
              <a:rPr dirty="0" err="1"/>
              <a:t>걸면</a:t>
            </a:r>
            <a:r>
              <a:rPr dirty="0"/>
              <a:t> </a:t>
            </a:r>
            <a:r>
              <a:rPr lang="ko-KR" altLang="en-US" dirty="0"/>
              <a:t>의도 </a:t>
            </a:r>
            <a:r>
              <a:rPr dirty="0" err="1"/>
              <a:t>범위</a:t>
            </a:r>
            <a:r>
              <a:rPr dirty="0"/>
              <a:t> 밖 </a:t>
            </a:r>
            <a:r>
              <a:rPr dirty="0" err="1"/>
              <a:t>기능을</a:t>
            </a:r>
            <a:r>
              <a:rPr dirty="0"/>
              <a:t> </a:t>
            </a:r>
            <a:endParaRPr lang="en-US" dirty="0"/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방</a:t>
            </a:r>
            <a:r>
              <a:rPr dirty="0"/>
              <a:t>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1: 합계/평균 계산기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문제</a:t>
            </a:r>
            <a:r>
              <a:rPr dirty="0"/>
              <a:t>: </a:t>
            </a:r>
            <a:r>
              <a:rPr dirty="0" err="1"/>
              <a:t>정수</a:t>
            </a:r>
            <a:r>
              <a:rPr dirty="0"/>
              <a:t> 2개를 </a:t>
            </a:r>
            <a:r>
              <a:rPr dirty="0" err="1"/>
              <a:t>입력받아</a:t>
            </a:r>
            <a:r>
              <a:rPr dirty="0"/>
              <a:t> </a:t>
            </a:r>
            <a:r>
              <a:rPr dirty="0" err="1"/>
              <a:t>합계</a:t>
            </a:r>
            <a:r>
              <a:rPr dirty="0"/>
              <a:t>(sum)와 </a:t>
            </a:r>
            <a:r>
              <a:rPr dirty="0" err="1"/>
              <a:t>평균</a:t>
            </a:r>
            <a:r>
              <a:rPr dirty="0"/>
              <a:t>(avg)을 </a:t>
            </a:r>
            <a:r>
              <a:rPr dirty="0" err="1"/>
              <a:t>출력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조건</a:t>
            </a:r>
            <a:r>
              <a:rPr dirty="0"/>
              <a:t>: </a:t>
            </a:r>
            <a:r>
              <a:rPr dirty="0" err="1"/>
              <a:t>평균은</a:t>
            </a:r>
            <a:r>
              <a:rPr dirty="0"/>
              <a:t> </a:t>
            </a:r>
            <a:r>
              <a:rPr dirty="0" err="1"/>
              <a:t>실수로</a:t>
            </a:r>
            <a:r>
              <a:rPr dirty="0"/>
              <a:t> </a:t>
            </a:r>
            <a:r>
              <a:rPr dirty="0" err="1"/>
              <a:t>출력</a:t>
            </a:r>
            <a:r>
              <a:rPr dirty="0"/>
              <a:t>(예: 4.0)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“</a:t>
            </a:r>
            <a:r>
              <a:rPr dirty="0" err="1"/>
              <a:t>입력</a:t>
            </a:r>
            <a:r>
              <a:rPr dirty="0"/>
              <a:t>/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 + </a:t>
            </a:r>
            <a:r>
              <a:rPr dirty="0" err="1"/>
              <a:t>제약조건</a:t>
            </a:r>
            <a:r>
              <a:rPr dirty="0"/>
              <a:t>” </a:t>
            </a:r>
            <a:r>
              <a:rPr dirty="0" err="1"/>
              <a:t>포함해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기준</a:t>
            </a:r>
            <a:r>
              <a:rPr dirty="0"/>
              <a:t>: </a:t>
            </a:r>
            <a:r>
              <a:rPr dirty="0" err="1"/>
              <a:t>테스트</a:t>
            </a:r>
            <a:r>
              <a:rPr dirty="0"/>
              <a:t> 3개를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실행해</a:t>
            </a:r>
            <a:r>
              <a:rPr dirty="0"/>
              <a:t> </a:t>
            </a:r>
            <a:r>
              <a:rPr dirty="0" err="1"/>
              <a:t>통과시키기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2: 문자열 포매팅 영수증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문제</a:t>
            </a:r>
            <a:r>
              <a:rPr dirty="0"/>
              <a:t>: </a:t>
            </a:r>
            <a:r>
              <a:rPr dirty="0" err="1"/>
              <a:t>상품명</a:t>
            </a:r>
            <a:r>
              <a:rPr dirty="0"/>
              <a:t>, </a:t>
            </a:r>
            <a:r>
              <a:rPr dirty="0" err="1"/>
              <a:t>가격</a:t>
            </a:r>
            <a:r>
              <a:rPr dirty="0"/>
              <a:t>, </a:t>
            </a:r>
            <a:r>
              <a:rPr dirty="0" err="1"/>
              <a:t>수량을</a:t>
            </a:r>
            <a:r>
              <a:rPr dirty="0"/>
              <a:t> </a:t>
            </a:r>
            <a:r>
              <a:rPr dirty="0" err="1"/>
              <a:t>입력받아</a:t>
            </a:r>
            <a:r>
              <a:rPr dirty="0"/>
              <a:t> </a:t>
            </a:r>
            <a:r>
              <a:rPr dirty="0" err="1"/>
              <a:t>영수증</a:t>
            </a:r>
            <a:r>
              <a:rPr dirty="0"/>
              <a:t>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출력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필수</a:t>
            </a:r>
            <a:r>
              <a:rPr dirty="0"/>
              <a:t>: f-string </a:t>
            </a:r>
            <a:r>
              <a:rPr dirty="0" err="1"/>
              <a:t>사용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예: </a:t>
            </a:r>
            <a:r>
              <a:rPr dirty="0" err="1"/>
              <a:t>사과</a:t>
            </a:r>
            <a:r>
              <a:rPr dirty="0"/>
              <a:t> 1000원 × 3개 → </a:t>
            </a:r>
            <a:r>
              <a:rPr dirty="0" err="1"/>
              <a:t>총액</a:t>
            </a:r>
            <a:r>
              <a:rPr dirty="0"/>
              <a:t> 3000원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“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모양”을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보여주고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나오게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3: 단위 변환기(리팩터링)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문제</a:t>
            </a:r>
            <a:r>
              <a:rPr dirty="0"/>
              <a:t>: </a:t>
            </a:r>
            <a:r>
              <a:rPr dirty="0" err="1"/>
              <a:t>cm를</a:t>
            </a:r>
            <a:r>
              <a:rPr dirty="0"/>
              <a:t> </a:t>
            </a:r>
            <a:r>
              <a:rPr dirty="0" err="1"/>
              <a:t>입력받아</a:t>
            </a:r>
            <a:r>
              <a:rPr dirty="0"/>
              <a:t> </a:t>
            </a:r>
            <a:r>
              <a:rPr dirty="0" err="1"/>
              <a:t>inch로</a:t>
            </a:r>
            <a:r>
              <a:rPr dirty="0"/>
              <a:t> </a:t>
            </a:r>
            <a:r>
              <a:rPr dirty="0" err="1"/>
              <a:t>변환</a:t>
            </a:r>
            <a:r>
              <a:rPr dirty="0"/>
              <a:t>(1 inch = 2.54 cm)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추가</a:t>
            </a:r>
            <a:r>
              <a:rPr dirty="0"/>
              <a:t>: </a:t>
            </a:r>
            <a:r>
              <a:rPr dirty="0" err="1"/>
              <a:t>섭씨→화씨</a:t>
            </a:r>
            <a:r>
              <a:rPr dirty="0"/>
              <a:t> </a:t>
            </a:r>
            <a:r>
              <a:rPr dirty="0" err="1"/>
              <a:t>변환도</a:t>
            </a:r>
            <a:r>
              <a:rPr dirty="0"/>
              <a:t> </a:t>
            </a:r>
            <a:r>
              <a:rPr dirty="0" err="1"/>
              <a:t>선택</a:t>
            </a:r>
            <a:r>
              <a:rPr dirty="0"/>
              <a:t> </a:t>
            </a:r>
            <a:r>
              <a:rPr dirty="0" err="1"/>
              <a:t>문제로</a:t>
            </a:r>
            <a:r>
              <a:rPr dirty="0"/>
              <a:t> </a:t>
            </a:r>
            <a:r>
              <a:rPr dirty="0" err="1"/>
              <a:t>추가해보기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1)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초안</a:t>
            </a:r>
            <a:r>
              <a:rPr dirty="0"/>
              <a:t> 2) </a:t>
            </a:r>
            <a:r>
              <a:rPr dirty="0" err="1"/>
              <a:t>변수명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 3) </a:t>
            </a:r>
            <a:r>
              <a:rPr dirty="0" err="1"/>
              <a:t>주석</a:t>
            </a:r>
            <a:r>
              <a:rPr dirty="0"/>
              <a:t>/</a:t>
            </a:r>
            <a:r>
              <a:rPr dirty="0" err="1"/>
              <a:t>함수화</a:t>
            </a:r>
            <a:r>
              <a:rPr dirty="0"/>
              <a:t> </a:t>
            </a:r>
            <a:r>
              <a:rPr dirty="0" err="1"/>
              <a:t>아이디어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기준</a:t>
            </a:r>
            <a:r>
              <a:rPr dirty="0"/>
              <a:t>: </a:t>
            </a:r>
            <a:r>
              <a:rPr dirty="0" err="1"/>
              <a:t>입력</a:t>
            </a:r>
            <a:r>
              <a:rPr dirty="0"/>
              <a:t>/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안내</a:t>
            </a:r>
            <a:r>
              <a:rPr dirty="0"/>
              <a:t> </a:t>
            </a:r>
            <a:r>
              <a:rPr dirty="0" err="1"/>
              <a:t>문구까지</a:t>
            </a:r>
            <a:r>
              <a:rPr dirty="0"/>
              <a:t> </a:t>
            </a:r>
            <a:r>
              <a:rPr dirty="0" err="1"/>
              <a:t>자연스럽게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AI 답변 검증 체크리스트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입력값이</a:t>
            </a:r>
            <a:r>
              <a:rPr dirty="0"/>
              <a:t> </a:t>
            </a:r>
            <a:r>
              <a:rPr dirty="0" err="1"/>
              <a:t>문자열인지</a:t>
            </a:r>
            <a:r>
              <a:rPr dirty="0"/>
              <a:t>/</a:t>
            </a:r>
            <a:r>
              <a:rPr dirty="0" err="1"/>
              <a:t>숫자인지</a:t>
            </a:r>
            <a:r>
              <a:rPr dirty="0"/>
              <a:t> </a:t>
            </a:r>
            <a:r>
              <a:rPr dirty="0" err="1"/>
              <a:t>확인했나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형식이</a:t>
            </a:r>
            <a:r>
              <a:rPr dirty="0"/>
              <a:t> </a:t>
            </a:r>
            <a:r>
              <a:rPr dirty="0" err="1"/>
              <a:t>예시와</a:t>
            </a:r>
            <a:r>
              <a:rPr dirty="0"/>
              <a:t> </a:t>
            </a:r>
            <a:r>
              <a:rPr dirty="0" err="1"/>
              <a:t>동일한가</a:t>
            </a:r>
            <a:r>
              <a:rPr dirty="0"/>
              <a:t>? (</a:t>
            </a:r>
            <a:r>
              <a:rPr dirty="0" err="1"/>
              <a:t>띄어쓰기</a:t>
            </a:r>
            <a:r>
              <a:rPr dirty="0"/>
              <a:t>, </a:t>
            </a:r>
            <a:r>
              <a:rPr dirty="0" err="1"/>
              <a:t>단위</a:t>
            </a:r>
            <a:r>
              <a:rPr dirty="0"/>
              <a:t>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테스트</a:t>
            </a:r>
            <a:r>
              <a:rPr dirty="0"/>
              <a:t> 3개 </a:t>
            </a:r>
            <a:r>
              <a:rPr dirty="0" err="1"/>
              <a:t>이상</a:t>
            </a:r>
            <a:r>
              <a:rPr dirty="0"/>
              <a:t> </a:t>
            </a:r>
            <a:r>
              <a:rPr dirty="0" err="1"/>
              <a:t>실행했나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엣지</a:t>
            </a:r>
            <a:r>
              <a:rPr dirty="0"/>
              <a:t> </a:t>
            </a:r>
            <a:r>
              <a:rPr dirty="0" err="1"/>
              <a:t>케이스</a:t>
            </a:r>
            <a:r>
              <a:rPr dirty="0"/>
              <a:t> 1개 </a:t>
            </a:r>
            <a:r>
              <a:rPr dirty="0" err="1"/>
              <a:t>이상</a:t>
            </a:r>
            <a:r>
              <a:rPr dirty="0"/>
              <a:t> </a:t>
            </a:r>
            <a:r>
              <a:rPr dirty="0" err="1"/>
              <a:t>생각했나</a:t>
            </a:r>
            <a:r>
              <a:rPr dirty="0"/>
              <a:t>? (0, </a:t>
            </a:r>
            <a:r>
              <a:rPr dirty="0" err="1"/>
              <a:t>음수</a:t>
            </a:r>
            <a:r>
              <a:rPr dirty="0"/>
              <a:t>, 큰 수)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코드가</a:t>
            </a:r>
            <a:r>
              <a:rPr dirty="0"/>
              <a:t> “내 </a:t>
            </a:r>
            <a:r>
              <a:rPr dirty="0" err="1"/>
              <a:t>말”로</a:t>
            </a:r>
            <a:r>
              <a:rPr dirty="0"/>
              <a:t>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가능한가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미니 퀴즈(5문항)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input()의 </a:t>
            </a:r>
            <a:r>
              <a:rPr dirty="0" err="1"/>
              <a:t>반환</a:t>
            </a:r>
            <a:r>
              <a:rPr dirty="0"/>
              <a:t> </a:t>
            </a:r>
            <a:r>
              <a:rPr dirty="0" err="1"/>
              <a:t>자료형은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17 // 5 의 </a:t>
            </a:r>
            <a:r>
              <a:rPr dirty="0" err="1"/>
              <a:t>결과는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"10" + "3" 의 </a:t>
            </a:r>
            <a:r>
              <a:rPr dirty="0" err="1"/>
              <a:t>결과는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3 &lt; 5 and 2 &gt; 10 의 </a:t>
            </a:r>
            <a:r>
              <a:rPr dirty="0" err="1"/>
              <a:t>결과는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</a:t>
            </a:r>
            <a:r>
              <a:rPr dirty="0" err="1"/>
              <a:t>변수</a:t>
            </a:r>
            <a:r>
              <a:rPr dirty="0"/>
              <a:t> </a:t>
            </a:r>
            <a:r>
              <a:rPr dirty="0" err="1"/>
              <a:t>이름으로</a:t>
            </a:r>
            <a:r>
              <a:rPr dirty="0"/>
              <a:t> </a:t>
            </a:r>
            <a:r>
              <a:rPr dirty="0" err="1"/>
              <a:t>사용할</a:t>
            </a:r>
            <a:r>
              <a:rPr dirty="0"/>
              <a:t> 수 </a:t>
            </a:r>
            <a:r>
              <a:rPr dirty="0" err="1"/>
              <a:t>없는</a:t>
            </a:r>
            <a:r>
              <a:rPr dirty="0"/>
              <a:t> 예: ①</a:t>
            </a:r>
            <a:r>
              <a:rPr dirty="0" err="1"/>
              <a:t>my_var</a:t>
            </a:r>
            <a:r>
              <a:rPr dirty="0"/>
              <a:t> ②2nd ③score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과제/연습문제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기본</a:t>
            </a:r>
            <a:r>
              <a:rPr dirty="0"/>
              <a:t>: </a:t>
            </a:r>
            <a:r>
              <a:rPr dirty="0" err="1"/>
              <a:t>단위</a:t>
            </a:r>
            <a:r>
              <a:rPr dirty="0"/>
              <a:t> </a:t>
            </a:r>
            <a:r>
              <a:rPr dirty="0" err="1"/>
              <a:t>변환기</a:t>
            </a:r>
            <a:r>
              <a:rPr dirty="0"/>
              <a:t> 2종(</a:t>
            </a:r>
            <a:r>
              <a:rPr dirty="0" err="1"/>
              <a:t>길이</a:t>
            </a:r>
            <a:r>
              <a:rPr dirty="0"/>
              <a:t>, </a:t>
            </a:r>
            <a:r>
              <a:rPr dirty="0" err="1"/>
              <a:t>온도</a:t>
            </a:r>
            <a:r>
              <a:rPr dirty="0"/>
              <a:t>) </a:t>
            </a:r>
            <a:r>
              <a:rPr dirty="0" err="1"/>
              <a:t>완성</a:t>
            </a:r>
            <a:r>
              <a:rPr dirty="0"/>
              <a:t> + </a:t>
            </a:r>
            <a:r>
              <a:rPr dirty="0" err="1"/>
              <a:t>테스트</a:t>
            </a:r>
            <a:r>
              <a:rPr dirty="0"/>
              <a:t> 5개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도전</a:t>
            </a:r>
            <a:r>
              <a:rPr dirty="0"/>
              <a:t>: “</a:t>
            </a:r>
            <a:r>
              <a:rPr dirty="0" err="1"/>
              <a:t>거스름돈</a:t>
            </a:r>
            <a:r>
              <a:rPr dirty="0"/>
              <a:t> </a:t>
            </a:r>
            <a:r>
              <a:rPr dirty="0" err="1"/>
              <a:t>계산기</a:t>
            </a:r>
            <a:r>
              <a:rPr dirty="0"/>
              <a:t>” </a:t>
            </a:r>
            <a:r>
              <a:rPr dirty="0" err="1"/>
              <a:t>만들기</a:t>
            </a:r>
            <a:r>
              <a:rPr dirty="0"/>
              <a:t>(몫/</a:t>
            </a:r>
            <a:r>
              <a:rPr dirty="0" err="1"/>
              <a:t>나머지</a:t>
            </a:r>
            <a:r>
              <a:rPr dirty="0"/>
              <a:t> </a:t>
            </a:r>
            <a:r>
              <a:rPr dirty="0" err="1"/>
              <a:t>활용</a:t>
            </a:r>
            <a:r>
              <a:rPr dirty="0"/>
              <a:t>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제출</a:t>
            </a:r>
            <a:r>
              <a:rPr dirty="0"/>
              <a:t>: .</a:t>
            </a:r>
            <a:r>
              <a:rPr dirty="0" err="1"/>
              <a:t>py</a:t>
            </a:r>
            <a:r>
              <a:rPr dirty="0"/>
              <a:t> </a:t>
            </a:r>
            <a:r>
              <a:rPr dirty="0" err="1"/>
              <a:t>파일</a:t>
            </a:r>
            <a:r>
              <a:rPr dirty="0"/>
              <a:t> 1개 +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캡처</a:t>
            </a:r>
            <a:r>
              <a:rPr dirty="0"/>
              <a:t> 1장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AI </a:t>
            </a:r>
            <a:r>
              <a:rPr dirty="0" err="1"/>
              <a:t>사용</a:t>
            </a:r>
            <a:r>
              <a:rPr dirty="0"/>
              <a:t> 시: </a:t>
            </a:r>
            <a:r>
              <a:rPr dirty="0" err="1"/>
              <a:t>사용한</a:t>
            </a:r>
            <a:r>
              <a:rPr dirty="0"/>
              <a:t> </a:t>
            </a:r>
            <a:r>
              <a:rPr dirty="0" err="1"/>
              <a:t>프롬프트</a:t>
            </a:r>
            <a:r>
              <a:rPr dirty="0"/>
              <a:t> 2개를 </a:t>
            </a:r>
            <a:r>
              <a:rPr dirty="0" err="1"/>
              <a:t>주석으로</a:t>
            </a:r>
            <a:r>
              <a:rPr dirty="0"/>
              <a:t> </a:t>
            </a:r>
            <a:r>
              <a:rPr dirty="0" err="1"/>
              <a:t>첨부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요약 &amp; 다음 주 예고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오늘</a:t>
            </a:r>
            <a:r>
              <a:rPr dirty="0"/>
              <a:t>: </a:t>
            </a:r>
            <a:r>
              <a:rPr dirty="0" err="1"/>
              <a:t>변수</a:t>
            </a:r>
            <a:r>
              <a:rPr dirty="0"/>
              <a:t>/</a:t>
            </a:r>
            <a:r>
              <a:rPr dirty="0" err="1"/>
              <a:t>자료형</a:t>
            </a:r>
            <a:r>
              <a:rPr dirty="0"/>
              <a:t>/</a:t>
            </a:r>
            <a:r>
              <a:rPr dirty="0" err="1"/>
              <a:t>연산자</a:t>
            </a:r>
            <a:r>
              <a:rPr dirty="0"/>
              <a:t> + </a:t>
            </a:r>
            <a:r>
              <a:rPr dirty="0" err="1"/>
              <a:t>입력</a:t>
            </a:r>
            <a:r>
              <a:rPr dirty="0"/>
              <a:t>/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패턴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핵심</a:t>
            </a:r>
            <a:r>
              <a:rPr dirty="0"/>
              <a:t>: “</a:t>
            </a:r>
            <a:r>
              <a:rPr dirty="0" err="1"/>
              <a:t>문제</a:t>
            </a:r>
            <a:r>
              <a:rPr dirty="0"/>
              <a:t> → </a:t>
            </a:r>
            <a:r>
              <a:rPr dirty="0" err="1"/>
              <a:t>변수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 → </a:t>
            </a:r>
            <a:r>
              <a:rPr dirty="0" err="1"/>
              <a:t>계산</a:t>
            </a:r>
            <a:r>
              <a:rPr dirty="0"/>
              <a:t> → </a:t>
            </a:r>
            <a:r>
              <a:rPr dirty="0" err="1"/>
              <a:t>출력</a:t>
            </a:r>
            <a:r>
              <a:rPr dirty="0"/>
              <a:t>” </a:t>
            </a:r>
            <a:r>
              <a:rPr dirty="0" err="1"/>
              <a:t>순서로</a:t>
            </a:r>
            <a:r>
              <a:rPr dirty="0"/>
              <a:t> </a:t>
            </a:r>
            <a:r>
              <a:rPr dirty="0" err="1"/>
              <a:t>생각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다음</a:t>
            </a:r>
            <a:r>
              <a:rPr dirty="0"/>
              <a:t> 주(Week 4): </a:t>
            </a:r>
            <a:r>
              <a:rPr dirty="0" err="1"/>
              <a:t>조건문</a:t>
            </a:r>
            <a:r>
              <a:rPr dirty="0"/>
              <a:t>/</a:t>
            </a:r>
            <a:r>
              <a:rPr dirty="0" err="1"/>
              <a:t>반복문으로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 </a:t>
            </a:r>
            <a:r>
              <a:rPr dirty="0" err="1"/>
              <a:t>제어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예고</a:t>
            </a:r>
            <a:r>
              <a:rPr dirty="0"/>
              <a:t> </a:t>
            </a:r>
            <a:r>
              <a:rPr dirty="0" err="1"/>
              <a:t>실습</a:t>
            </a:r>
            <a:r>
              <a:rPr dirty="0"/>
              <a:t>: </a:t>
            </a:r>
            <a:r>
              <a:rPr dirty="0" err="1"/>
              <a:t>성적</a:t>
            </a:r>
            <a:r>
              <a:rPr dirty="0"/>
              <a:t> </a:t>
            </a:r>
            <a:r>
              <a:rPr dirty="0" err="1"/>
              <a:t>등급</a:t>
            </a:r>
            <a:r>
              <a:rPr dirty="0"/>
              <a:t>, </a:t>
            </a:r>
            <a:r>
              <a:rPr dirty="0" err="1"/>
              <a:t>구구단</a:t>
            </a:r>
            <a:r>
              <a:rPr dirty="0"/>
              <a:t>, </a:t>
            </a:r>
            <a:r>
              <a:rPr dirty="0" err="1"/>
              <a:t>숫자</a:t>
            </a:r>
            <a:r>
              <a:rPr dirty="0"/>
              <a:t> </a:t>
            </a:r>
            <a:r>
              <a:rPr dirty="0" err="1"/>
              <a:t>맞히기</a:t>
            </a:r>
            <a:r>
              <a:rPr dirty="0"/>
              <a:t> </a:t>
            </a:r>
            <a:r>
              <a:rPr dirty="0" err="1"/>
              <a:t>게임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1562</Words>
  <Application>Microsoft Office PowerPoint</Application>
  <PresentationFormat>와이드스크린</PresentationFormat>
  <Paragraphs>216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이영호</cp:lastModifiedBy>
  <cp:revision>30</cp:revision>
  <dcterms:created xsi:type="dcterms:W3CDTF">2013-01-27T09:14:16Z</dcterms:created>
  <dcterms:modified xsi:type="dcterms:W3CDTF">2026-02-20T09:05:38Z</dcterms:modified>
  <cp:category/>
</cp:coreProperties>
</file>