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4B42D1-DD30-4E2C-B053-BF64A6B3EB31}" v="4" dt="2026-02-20T11:11:38.4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0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ho Lee" userId="8d4cb33d81fe8010" providerId="LiveId" clId="{95971DB8-E339-4B32-80CF-0D8F9D8B87F2}"/>
    <pc:docChg chg="undo custSel delSld modSld">
      <pc:chgData name="Youngho Lee" userId="8d4cb33d81fe8010" providerId="LiveId" clId="{95971DB8-E339-4B32-80CF-0D8F9D8B87F2}" dt="2026-02-20T11:17:06.672" v="93" actId="478"/>
      <pc:docMkLst>
        <pc:docMk/>
      </pc:docMkLst>
      <pc:sldChg chg="delSp mod">
        <pc:chgData name="Youngho Lee" userId="8d4cb33d81fe8010" providerId="LiveId" clId="{95971DB8-E339-4B32-80CF-0D8F9D8B87F2}" dt="2026-02-20T10:30:19.318" v="0" actId="478"/>
        <pc:sldMkLst>
          <pc:docMk/>
          <pc:sldMk cId="0" sldId="256"/>
        </pc:sldMkLst>
        <pc:spChg chg="del">
          <ac:chgData name="Youngho Lee" userId="8d4cb33d81fe8010" providerId="LiveId" clId="{95971DB8-E339-4B32-80CF-0D8F9D8B87F2}" dt="2026-02-20T10:30:19.318" v="0" actId="478"/>
          <ac:spMkLst>
            <pc:docMk/>
            <pc:sldMk cId="0" sldId="256"/>
            <ac:spMk id="7" creationId="{00000000-0000-0000-0000-000000000000}"/>
          </ac:spMkLst>
        </pc:spChg>
      </pc:sldChg>
      <pc:sldChg chg="addSp delSp modSp mod">
        <pc:chgData name="Youngho Lee" userId="8d4cb33d81fe8010" providerId="LiveId" clId="{95971DB8-E339-4B32-80CF-0D8F9D8B87F2}" dt="2026-02-20T11:11:14.744" v="20" actId="12"/>
        <pc:sldMkLst>
          <pc:docMk/>
          <pc:sldMk cId="0" sldId="257"/>
        </pc:sldMkLst>
        <pc:spChg chg="del">
          <ac:chgData name="Youngho Lee" userId="8d4cb33d81fe8010" providerId="LiveId" clId="{95971DB8-E339-4B32-80CF-0D8F9D8B87F2}" dt="2026-02-20T10:30:24.309" v="1" actId="478"/>
          <ac:spMkLst>
            <pc:docMk/>
            <pc:sldMk cId="0" sldId="257"/>
            <ac:spMk id="6" creationId="{00000000-0000-0000-0000-000000000000}"/>
          </ac:spMkLst>
        </pc:spChg>
        <pc:spChg chg="add del mod">
          <ac:chgData name="Youngho Lee" userId="8d4cb33d81fe8010" providerId="LiveId" clId="{95971DB8-E339-4B32-80CF-0D8F9D8B87F2}" dt="2026-02-20T11:11:14.744" v="20" actId="12"/>
          <ac:spMkLst>
            <pc:docMk/>
            <pc:sldMk cId="0" sldId="257"/>
            <ac:spMk id="11" creationId="{00000000-0000-0000-0000-000000000000}"/>
          </ac:spMkLst>
        </pc:spChg>
        <pc:spChg chg="add del mod">
          <ac:chgData name="Youngho Lee" userId="8d4cb33d81fe8010" providerId="LiveId" clId="{95971DB8-E339-4B32-80CF-0D8F9D8B87F2}" dt="2026-02-20T10:31:06.793" v="13" actId="22"/>
          <ac:spMkLst>
            <pc:docMk/>
            <pc:sldMk cId="0" sldId="257"/>
            <ac:spMk id="13" creationId="{16F41BC0-ED88-D5B1-0A24-19A243061914}"/>
          </ac:spMkLst>
        </pc:spChg>
      </pc:sldChg>
      <pc:sldChg chg="delSp modSp mod">
        <pc:chgData name="Youngho Lee" userId="8d4cb33d81fe8010" providerId="LiveId" clId="{95971DB8-E339-4B32-80CF-0D8F9D8B87F2}" dt="2026-02-20T11:11:01.990" v="19" actId="948"/>
        <pc:sldMkLst>
          <pc:docMk/>
          <pc:sldMk cId="0" sldId="258"/>
        </pc:sldMkLst>
        <pc:spChg chg="del">
          <ac:chgData name="Youngho Lee" userId="8d4cb33d81fe8010" providerId="LiveId" clId="{95971DB8-E339-4B32-80CF-0D8F9D8B87F2}" dt="2026-02-20T11:10:11.346" v="14" actId="478"/>
          <ac:spMkLst>
            <pc:docMk/>
            <pc:sldMk cId="0" sldId="258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1:01.990" v="19" actId="948"/>
          <ac:spMkLst>
            <pc:docMk/>
            <pc:sldMk cId="0" sldId="258"/>
            <ac:spMk id="11" creationId="{00000000-0000-0000-0000-000000000000}"/>
          </ac:spMkLst>
        </pc:spChg>
      </pc:sldChg>
      <pc:sldChg chg="delSp modSp del mod">
        <pc:chgData name="Youngho Lee" userId="8d4cb33d81fe8010" providerId="LiveId" clId="{95971DB8-E339-4B32-80CF-0D8F9D8B87F2}" dt="2026-02-20T11:11:49.413" v="23" actId="47"/>
        <pc:sldMkLst>
          <pc:docMk/>
          <pc:sldMk cId="0" sldId="259"/>
        </pc:sldMkLst>
        <pc:spChg chg="del">
          <ac:chgData name="Youngho Lee" userId="8d4cb33d81fe8010" providerId="LiveId" clId="{95971DB8-E339-4B32-80CF-0D8F9D8B87F2}" dt="2026-02-20T11:10:14.433" v="15" actId="478"/>
          <ac:spMkLst>
            <pc:docMk/>
            <pc:sldMk cId="0" sldId="259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1:43.811" v="22" actId="12"/>
          <ac:spMkLst>
            <pc:docMk/>
            <pc:sldMk cId="0" sldId="259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36.027" v="80" actId="478"/>
        <pc:sldMkLst>
          <pc:docMk/>
          <pc:sldMk cId="0" sldId="260"/>
        </pc:sldMkLst>
        <pc:spChg chg="del">
          <ac:chgData name="Youngho Lee" userId="8d4cb33d81fe8010" providerId="LiveId" clId="{95971DB8-E339-4B32-80CF-0D8F9D8B87F2}" dt="2026-02-20T11:16:36.027" v="80" actId="478"/>
          <ac:spMkLst>
            <pc:docMk/>
            <pc:sldMk cId="0" sldId="260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11.137" v="25" actId="12"/>
          <ac:spMkLst>
            <pc:docMk/>
            <pc:sldMk cId="0" sldId="260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42.281" v="81" actId="478"/>
        <pc:sldMkLst>
          <pc:docMk/>
          <pc:sldMk cId="0" sldId="261"/>
        </pc:sldMkLst>
        <pc:spChg chg="del">
          <ac:chgData name="Youngho Lee" userId="8d4cb33d81fe8010" providerId="LiveId" clId="{95971DB8-E339-4B32-80CF-0D8F9D8B87F2}" dt="2026-02-20T11:16:42.281" v="81" actId="478"/>
          <ac:spMkLst>
            <pc:docMk/>
            <pc:sldMk cId="0" sldId="261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18.425" v="26" actId="12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29.860" v="28" actId="12"/>
          <ac:spMkLst>
            <pc:docMk/>
            <pc:sldMk cId="0" sldId="261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43.928" v="82" actId="478"/>
        <pc:sldMkLst>
          <pc:docMk/>
          <pc:sldMk cId="0" sldId="262"/>
        </pc:sldMkLst>
        <pc:spChg chg="del">
          <ac:chgData name="Youngho Lee" userId="8d4cb33d81fe8010" providerId="LiveId" clId="{95971DB8-E339-4B32-80CF-0D8F9D8B87F2}" dt="2026-02-20T11:16:43.928" v="82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48.549" v="35" actId="12"/>
          <ac:spMkLst>
            <pc:docMk/>
            <pc:sldMk cId="0" sldId="262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45.482" v="83" actId="478"/>
        <pc:sldMkLst>
          <pc:docMk/>
          <pc:sldMk cId="0" sldId="263"/>
        </pc:sldMkLst>
        <pc:spChg chg="del">
          <ac:chgData name="Youngho Lee" userId="8d4cb33d81fe8010" providerId="LiveId" clId="{95971DB8-E339-4B32-80CF-0D8F9D8B87F2}" dt="2026-02-20T11:16:45.482" v="83" actId="478"/>
          <ac:spMkLst>
            <pc:docMk/>
            <pc:sldMk cId="0" sldId="263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35.743" v="30" actId="120"/>
          <ac:spMkLst>
            <pc:docMk/>
            <pc:sldMk cId="0" sldId="263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46.119" v="34" actId="12"/>
          <ac:spMkLst>
            <pc:docMk/>
            <pc:sldMk cId="0" sldId="263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46.978" v="84" actId="478"/>
        <pc:sldMkLst>
          <pc:docMk/>
          <pc:sldMk cId="0" sldId="264"/>
        </pc:sldMkLst>
        <pc:spChg chg="del">
          <ac:chgData name="Youngho Lee" userId="8d4cb33d81fe8010" providerId="LiveId" clId="{95971DB8-E339-4B32-80CF-0D8F9D8B87F2}" dt="2026-02-20T11:16:46.978" v="84" actId="478"/>
          <ac:spMkLst>
            <pc:docMk/>
            <pc:sldMk cId="0" sldId="264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42.644" v="33" actId="12"/>
          <ac:spMkLst>
            <pc:docMk/>
            <pc:sldMk cId="0" sldId="264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48.497" v="85" actId="478"/>
        <pc:sldMkLst>
          <pc:docMk/>
          <pc:sldMk cId="0" sldId="265"/>
        </pc:sldMkLst>
        <pc:spChg chg="del">
          <ac:chgData name="Youngho Lee" userId="8d4cb33d81fe8010" providerId="LiveId" clId="{95971DB8-E339-4B32-80CF-0D8F9D8B87F2}" dt="2026-02-20T11:16:48.497" v="85" actId="478"/>
          <ac:spMkLst>
            <pc:docMk/>
            <pc:sldMk cId="0" sldId="265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52.249" v="36" actId="120"/>
          <ac:spMkLst>
            <pc:docMk/>
            <pc:sldMk cId="0" sldId="265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28.922" v="78" actId="478"/>
        <pc:sldMkLst>
          <pc:docMk/>
          <pc:sldMk cId="0" sldId="266"/>
        </pc:sldMkLst>
        <pc:spChg chg="del">
          <ac:chgData name="Youngho Lee" userId="8d4cb33d81fe8010" providerId="LiveId" clId="{95971DB8-E339-4B32-80CF-0D8F9D8B87F2}" dt="2026-02-20T11:16:28.922" v="78" actId="478"/>
          <ac:spMkLst>
            <pc:docMk/>
            <pc:sldMk cId="0" sldId="266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2:54.661" v="37" actId="120"/>
          <ac:spMkLst>
            <pc:docMk/>
            <pc:sldMk cId="0" sldId="266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13.565" v="44" actId="120"/>
          <ac:spMkLst>
            <pc:docMk/>
            <pc:sldMk cId="0" sldId="266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31.712" v="79" actId="478"/>
        <pc:sldMkLst>
          <pc:docMk/>
          <pc:sldMk cId="0" sldId="267"/>
        </pc:sldMkLst>
        <pc:spChg chg="del">
          <ac:chgData name="Youngho Lee" userId="8d4cb33d81fe8010" providerId="LiveId" clId="{95971DB8-E339-4B32-80CF-0D8F9D8B87F2}" dt="2026-02-20T11:16:31.712" v="79" actId="47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07.271" v="42" actId="12"/>
          <ac:spMkLst>
            <pc:docMk/>
            <pc:sldMk cId="0" sldId="267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26.166" v="77" actId="478"/>
        <pc:sldMkLst>
          <pc:docMk/>
          <pc:sldMk cId="0" sldId="268"/>
        </pc:sldMkLst>
        <pc:spChg chg="del">
          <ac:chgData name="Youngho Lee" userId="8d4cb33d81fe8010" providerId="LiveId" clId="{95971DB8-E339-4B32-80CF-0D8F9D8B87F2}" dt="2026-02-20T11:16:26.166" v="77" actId="478"/>
          <ac:spMkLst>
            <pc:docMk/>
            <pc:sldMk cId="0" sldId="268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01.853" v="39" actId="12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04.467" v="41" actId="12"/>
          <ac:spMkLst>
            <pc:docMk/>
            <pc:sldMk cId="0" sldId="268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4:20.868" v="73" actId="478"/>
        <pc:sldMkLst>
          <pc:docMk/>
          <pc:sldMk cId="0" sldId="269"/>
        </pc:sldMkLst>
        <pc:spChg chg="del">
          <ac:chgData name="Youngho Lee" userId="8d4cb33d81fe8010" providerId="LiveId" clId="{95971DB8-E339-4B32-80CF-0D8F9D8B87F2}" dt="2026-02-20T11:14:19.549" v="72" actId="478"/>
          <ac:spMkLst>
            <pc:docMk/>
            <pc:sldMk cId="0" sldId="269"/>
            <ac:spMk id="5" creationId="{00000000-0000-0000-0000-000000000000}"/>
          </ac:spMkLst>
        </pc:spChg>
        <pc:spChg chg="del">
          <ac:chgData name="Youngho Lee" userId="8d4cb33d81fe8010" providerId="LiveId" clId="{95971DB8-E339-4B32-80CF-0D8F9D8B87F2}" dt="2026-02-20T11:14:20.868" v="73" actId="478"/>
          <ac:spMkLst>
            <pc:docMk/>
            <pc:sldMk cId="0" sldId="269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17.467" v="45" actId="120"/>
          <ac:spMkLst>
            <pc:docMk/>
            <pc:sldMk cId="0" sldId="269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20.227" v="47" actId="12"/>
          <ac:spMkLst>
            <pc:docMk/>
            <pc:sldMk cId="0" sldId="269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23.512" v="76" actId="478"/>
        <pc:sldMkLst>
          <pc:docMk/>
          <pc:sldMk cId="0" sldId="270"/>
        </pc:sldMkLst>
        <pc:spChg chg="del">
          <ac:chgData name="Youngho Lee" userId="8d4cb33d81fe8010" providerId="LiveId" clId="{95971DB8-E339-4B32-80CF-0D8F9D8B87F2}" dt="2026-02-20T11:16:23.512" v="76" actId="478"/>
          <ac:spMkLst>
            <pc:docMk/>
            <pc:sldMk cId="0" sldId="270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22.711" v="48" actId="120"/>
          <ac:spMkLst>
            <pc:docMk/>
            <pc:sldMk cId="0" sldId="270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26.090" v="50" actId="12"/>
          <ac:spMkLst>
            <pc:docMk/>
            <pc:sldMk cId="0" sldId="270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21.717" v="75" actId="478"/>
        <pc:sldMkLst>
          <pc:docMk/>
          <pc:sldMk cId="0" sldId="271"/>
        </pc:sldMkLst>
        <pc:spChg chg="del">
          <ac:chgData name="Youngho Lee" userId="8d4cb33d81fe8010" providerId="LiveId" clId="{95971DB8-E339-4B32-80CF-0D8F9D8B87F2}" dt="2026-02-20T11:16:21.717" v="75" actId="478"/>
          <ac:spMkLst>
            <pc:docMk/>
            <pc:sldMk cId="0" sldId="271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31.019" v="52" actId="120"/>
          <ac:spMkLst>
            <pc:docMk/>
            <pc:sldMk cId="0" sldId="271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18.909" v="74" actId="478"/>
        <pc:sldMkLst>
          <pc:docMk/>
          <pc:sldMk cId="0" sldId="272"/>
        </pc:sldMkLst>
        <pc:spChg chg="del">
          <ac:chgData name="Youngho Lee" userId="8d4cb33d81fe8010" providerId="LiveId" clId="{95971DB8-E339-4B32-80CF-0D8F9D8B87F2}" dt="2026-02-20T11:16:18.909" v="74" actId="478"/>
          <ac:spMkLst>
            <pc:docMk/>
            <pc:sldMk cId="0" sldId="272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34.643" v="54" actId="120"/>
          <ac:spMkLst>
            <pc:docMk/>
            <pc:sldMk cId="0" sldId="272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54.573" v="86" actId="478"/>
        <pc:sldMkLst>
          <pc:docMk/>
          <pc:sldMk cId="0" sldId="273"/>
        </pc:sldMkLst>
        <pc:spChg chg="del">
          <ac:chgData name="Youngho Lee" userId="8d4cb33d81fe8010" providerId="LiveId" clId="{95971DB8-E339-4B32-80CF-0D8F9D8B87F2}" dt="2026-02-20T11:16:54.573" v="86" actId="478"/>
          <ac:spMkLst>
            <pc:docMk/>
            <pc:sldMk cId="0" sldId="273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37.553" v="55" actId="12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40.242" v="57" actId="12"/>
          <ac:spMkLst>
            <pc:docMk/>
            <pc:sldMk cId="0" sldId="273"/>
            <ac:spMk id="15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56.285" v="87" actId="478"/>
        <pc:sldMkLst>
          <pc:docMk/>
          <pc:sldMk cId="0" sldId="274"/>
        </pc:sldMkLst>
        <pc:spChg chg="del">
          <ac:chgData name="Youngho Lee" userId="8d4cb33d81fe8010" providerId="LiveId" clId="{95971DB8-E339-4B32-80CF-0D8F9D8B87F2}" dt="2026-02-20T11:16:56.285" v="87" actId="478"/>
          <ac:spMkLst>
            <pc:docMk/>
            <pc:sldMk cId="0" sldId="274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49.841" v="61" actId="12"/>
          <ac:spMkLst>
            <pc:docMk/>
            <pc:sldMk cId="0" sldId="274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57.826" v="88" actId="478"/>
        <pc:sldMkLst>
          <pc:docMk/>
          <pc:sldMk cId="0" sldId="275"/>
        </pc:sldMkLst>
        <pc:spChg chg="del">
          <ac:chgData name="Youngho Lee" userId="8d4cb33d81fe8010" providerId="LiveId" clId="{95971DB8-E339-4B32-80CF-0D8F9D8B87F2}" dt="2026-02-20T11:16:57.826" v="88" actId="478"/>
          <ac:spMkLst>
            <pc:docMk/>
            <pc:sldMk cId="0" sldId="275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47.643" v="60" actId="12"/>
          <ac:spMkLst>
            <pc:docMk/>
            <pc:sldMk cId="0" sldId="275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6:59.411" v="89" actId="478"/>
        <pc:sldMkLst>
          <pc:docMk/>
          <pc:sldMk cId="0" sldId="276"/>
        </pc:sldMkLst>
        <pc:spChg chg="del">
          <ac:chgData name="Youngho Lee" userId="8d4cb33d81fe8010" providerId="LiveId" clId="{95971DB8-E339-4B32-80CF-0D8F9D8B87F2}" dt="2026-02-20T11:16:59.411" v="89" actId="478"/>
          <ac:spMkLst>
            <pc:docMk/>
            <pc:sldMk cId="0" sldId="276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3:56.906" v="63" actId="120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7:01.774" v="90" actId="478"/>
        <pc:sldMkLst>
          <pc:docMk/>
          <pc:sldMk cId="0" sldId="277"/>
        </pc:sldMkLst>
        <pc:spChg chg="del">
          <ac:chgData name="Youngho Lee" userId="8d4cb33d81fe8010" providerId="LiveId" clId="{95971DB8-E339-4B32-80CF-0D8F9D8B87F2}" dt="2026-02-20T11:17:01.774" v="90" actId="478"/>
          <ac:spMkLst>
            <pc:docMk/>
            <pc:sldMk cId="0" sldId="277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4:00.671" v="65" actId="120"/>
          <ac:spMkLst>
            <pc:docMk/>
            <pc:sldMk cId="0" sldId="277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7:03.375" v="91" actId="478"/>
        <pc:sldMkLst>
          <pc:docMk/>
          <pc:sldMk cId="0" sldId="278"/>
        </pc:sldMkLst>
        <pc:spChg chg="del">
          <ac:chgData name="Youngho Lee" userId="8d4cb33d81fe8010" providerId="LiveId" clId="{95971DB8-E339-4B32-80CF-0D8F9D8B87F2}" dt="2026-02-20T11:17:03.375" v="91" actId="478"/>
          <ac:spMkLst>
            <pc:docMk/>
            <pc:sldMk cId="0" sldId="278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4:03.208" v="67" actId="12"/>
          <ac:spMkLst>
            <pc:docMk/>
            <pc:sldMk cId="0" sldId="278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7:05.031" v="92" actId="478"/>
        <pc:sldMkLst>
          <pc:docMk/>
          <pc:sldMk cId="0" sldId="279"/>
        </pc:sldMkLst>
        <pc:spChg chg="del">
          <ac:chgData name="Youngho Lee" userId="8d4cb33d81fe8010" providerId="LiveId" clId="{95971DB8-E339-4B32-80CF-0D8F9D8B87F2}" dt="2026-02-20T11:17:05.031" v="92" actId="478"/>
          <ac:spMkLst>
            <pc:docMk/>
            <pc:sldMk cId="0" sldId="279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4:05.704" v="69" actId="12"/>
          <ac:spMkLst>
            <pc:docMk/>
            <pc:sldMk cId="0" sldId="279"/>
            <ac:spMk id="11" creationId="{00000000-0000-0000-0000-000000000000}"/>
          </ac:spMkLst>
        </pc:spChg>
      </pc:sldChg>
      <pc:sldChg chg="delSp modSp mod">
        <pc:chgData name="Youngho Lee" userId="8d4cb33d81fe8010" providerId="LiveId" clId="{95971DB8-E339-4B32-80CF-0D8F9D8B87F2}" dt="2026-02-20T11:17:06.672" v="93" actId="478"/>
        <pc:sldMkLst>
          <pc:docMk/>
          <pc:sldMk cId="0" sldId="280"/>
        </pc:sldMkLst>
        <pc:spChg chg="del">
          <ac:chgData name="Youngho Lee" userId="8d4cb33d81fe8010" providerId="LiveId" clId="{95971DB8-E339-4B32-80CF-0D8F9D8B87F2}" dt="2026-02-20T11:17:06.672" v="93" actId="478"/>
          <ac:spMkLst>
            <pc:docMk/>
            <pc:sldMk cId="0" sldId="280"/>
            <ac:spMk id="6" creationId="{00000000-0000-0000-0000-000000000000}"/>
          </ac:spMkLst>
        </pc:spChg>
        <pc:spChg chg="mod">
          <ac:chgData name="Youngho Lee" userId="8d4cb33d81fe8010" providerId="LiveId" clId="{95971DB8-E339-4B32-80CF-0D8F9D8B87F2}" dt="2026-02-20T11:14:09.306" v="71" actId="12"/>
          <ac:spMkLst>
            <pc:docMk/>
            <pc:sldMk cId="0" sldId="280"/>
            <ac:spMk id="1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899855" y="3931920"/>
            <a:ext cx="3840480" cy="38404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14400" y="19202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606040"/>
            <a:ext cx="103628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D1FAE5"/>
                </a:solidFill>
                <a:latin typeface="Malgun Gothic"/>
              </a:rPr>
              <a:t>Week 4. 조건문·반복문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246120"/>
            <a:ext cx="1036289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E2E8F0"/>
                </a:solidFill>
                <a:latin typeface="Malgun Gothic"/>
              </a:rPr>
              <a:t>흐름 제어 + With AI 디버깅/연습문제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학습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42900" indent="-3429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조건문</a:t>
            </a:r>
            <a:r>
              <a:rPr dirty="0"/>
              <a:t>(if/</a:t>
            </a:r>
            <a:r>
              <a:rPr dirty="0" err="1"/>
              <a:t>elif</a:t>
            </a:r>
            <a:r>
              <a:rPr dirty="0"/>
              <a:t>/else)로 </a:t>
            </a:r>
            <a:r>
              <a:rPr dirty="0" err="1"/>
              <a:t>프로그램</a:t>
            </a:r>
            <a:r>
              <a:rPr dirty="0"/>
              <a:t> </a:t>
            </a:r>
            <a:r>
              <a:rPr dirty="0" err="1"/>
              <a:t>흐름을</a:t>
            </a:r>
            <a:r>
              <a:rPr dirty="0"/>
              <a:t> </a:t>
            </a:r>
            <a:r>
              <a:rPr dirty="0" err="1"/>
              <a:t>제어할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반복문</a:t>
            </a:r>
            <a:r>
              <a:rPr dirty="0"/>
              <a:t>(for/while)로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작업을</a:t>
            </a:r>
            <a:r>
              <a:rPr dirty="0"/>
              <a:t> </a:t>
            </a:r>
            <a:r>
              <a:rPr dirty="0" err="1"/>
              <a:t>자동화할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break/</a:t>
            </a:r>
            <a:r>
              <a:rPr dirty="0" err="1"/>
              <a:t>continue를</a:t>
            </a:r>
            <a:r>
              <a:rPr dirty="0"/>
              <a:t> </a:t>
            </a:r>
            <a:r>
              <a:rPr dirty="0" err="1"/>
              <a:t>활용해</a:t>
            </a:r>
            <a:r>
              <a:rPr dirty="0"/>
              <a:t> </a:t>
            </a:r>
            <a:r>
              <a:rPr dirty="0" err="1"/>
              <a:t>반복을</a:t>
            </a:r>
            <a:r>
              <a:rPr dirty="0"/>
              <a:t> </a:t>
            </a:r>
            <a:r>
              <a:rPr dirty="0" err="1"/>
              <a:t>제어할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LLM에게</a:t>
            </a:r>
            <a:r>
              <a:rPr dirty="0"/>
              <a:t> </a:t>
            </a: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 </a:t>
            </a:r>
            <a:r>
              <a:rPr dirty="0" err="1"/>
              <a:t>기반으로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수정·디버깅을</a:t>
            </a:r>
            <a:r>
              <a:rPr dirty="0"/>
              <a:t> </a:t>
            </a:r>
            <a:r>
              <a:rPr dirty="0" err="1"/>
              <a:t>요청할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오늘의 구성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조건문</a:t>
            </a:r>
            <a:r>
              <a:rPr dirty="0"/>
              <a:t>(if) </a:t>
            </a:r>
            <a:r>
              <a:rPr dirty="0" err="1"/>
              <a:t>기초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반복문</a:t>
            </a:r>
            <a:r>
              <a:rPr dirty="0"/>
              <a:t>(for/while) </a:t>
            </a:r>
            <a:r>
              <a:rPr dirty="0" err="1"/>
              <a:t>기초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반복문</a:t>
            </a:r>
            <a:r>
              <a:rPr dirty="0"/>
              <a:t> </a:t>
            </a:r>
            <a:r>
              <a:rPr dirty="0" err="1"/>
              <a:t>패턴</a:t>
            </a:r>
            <a:r>
              <a:rPr dirty="0"/>
              <a:t>(</a:t>
            </a:r>
            <a:r>
              <a:rPr dirty="0" err="1"/>
              <a:t>누적</a:t>
            </a:r>
            <a:r>
              <a:rPr dirty="0"/>
              <a:t>/</a:t>
            </a:r>
            <a:r>
              <a:rPr dirty="0" err="1"/>
              <a:t>카운트</a:t>
            </a:r>
            <a:r>
              <a:rPr dirty="0"/>
              <a:t>/</a:t>
            </a:r>
            <a:r>
              <a:rPr dirty="0" err="1"/>
              <a:t>최대·최소</a:t>
            </a:r>
            <a:r>
              <a:rPr dirty="0"/>
              <a:t>)</a:t>
            </a:r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With AI </a:t>
            </a:r>
            <a:r>
              <a:rPr dirty="0" err="1"/>
              <a:t>디버깅</a:t>
            </a:r>
            <a:r>
              <a:rPr dirty="0"/>
              <a:t> </a:t>
            </a:r>
            <a:r>
              <a:rPr dirty="0" err="1"/>
              <a:t>실습</a:t>
            </a:r>
            <a:endParaRPr dirty="0"/>
          </a:p>
          <a:p>
            <a:pPr marL="355600" indent="-355600"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</a:t>
            </a:r>
            <a:r>
              <a:rPr dirty="0" err="1"/>
              <a:t>미니</a:t>
            </a:r>
            <a:r>
              <a:rPr dirty="0"/>
              <a:t> </a:t>
            </a:r>
            <a:r>
              <a:rPr dirty="0" err="1"/>
              <a:t>퀴즈</a:t>
            </a:r>
            <a:r>
              <a:rPr dirty="0"/>
              <a:t> &amp; </a:t>
            </a:r>
            <a:r>
              <a:rPr dirty="0" err="1"/>
              <a:t>과제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조건문이 필요한 이유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프로그램은</a:t>
            </a:r>
            <a:r>
              <a:rPr dirty="0"/>
              <a:t> </a:t>
            </a:r>
            <a:r>
              <a:rPr dirty="0" err="1"/>
              <a:t>기본적으로</a:t>
            </a:r>
            <a:r>
              <a:rPr dirty="0"/>
              <a:t> </a:t>
            </a:r>
            <a:r>
              <a:rPr dirty="0" err="1"/>
              <a:t>위에서</a:t>
            </a:r>
            <a:r>
              <a:rPr dirty="0"/>
              <a:t> </a:t>
            </a:r>
            <a:r>
              <a:rPr dirty="0" err="1"/>
              <a:t>아래로</a:t>
            </a:r>
            <a:r>
              <a:rPr dirty="0"/>
              <a:t> 한 </a:t>
            </a:r>
            <a:r>
              <a:rPr dirty="0" err="1"/>
              <a:t>줄씩</a:t>
            </a:r>
            <a:r>
              <a:rPr dirty="0"/>
              <a:t> </a:t>
            </a:r>
            <a:r>
              <a:rPr dirty="0" err="1"/>
              <a:t>실행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하지만</a:t>
            </a:r>
            <a:r>
              <a:rPr dirty="0"/>
              <a:t> </a:t>
            </a:r>
            <a:r>
              <a:rPr dirty="0" err="1"/>
              <a:t>현실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“</a:t>
            </a:r>
            <a:r>
              <a:rPr dirty="0" err="1"/>
              <a:t>상황에</a:t>
            </a:r>
            <a:r>
              <a:rPr dirty="0"/>
              <a:t> </a:t>
            </a:r>
            <a:r>
              <a:rPr dirty="0" err="1"/>
              <a:t>따라</a:t>
            </a:r>
            <a:r>
              <a:rPr dirty="0"/>
              <a:t> </a:t>
            </a:r>
            <a:r>
              <a:rPr dirty="0" err="1"/>
              <a:t>다른</a:t>
            </a:r>
            <a:r>
              <a:rPr dirty="0"/>
              <a:t> </a:t>
            </a:r>
            <a:r>
              <a:rPr dirty="0" err="1"/>
              <a:t>행동”이</a:t>
            </a:r>
            <a:r>
              <a:rPr dirty="0"/>
              <a:t> </a:t>
            </a:r>
            <a:r>
              <a:rPr dirty="0" err="1"/>
              <a:t>필요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if: </a:t>
            </a:r>
            <a:r>
              <a:rPr dirty="0" err="1"/>
              <a:t>조건이</a:t>
            </a:r>
            <a:r>
              <a:rPr dirty="0"/>
              <a:t> </a:t>
            </a:r>
            <a:r>
              <a:rPr dirty="0" err="1"/>
              <a:t>True일</a:t>
            </a:r>
            <a:r>
              <a:rPr dirty="0"/>
              <a:t> </a:t>
            </a:r>
            <a:r>
              <a:rPr dirty="0" err="1"/>
              <a:t>때만</a:t>
            </a:r>
            <a:r>
              <a:rPr dirty="0"/>
              <a:t> </a:t>
            </a:r>
            <a:r>
              <a:rPr dirty="0" err="1"/>
              <a:t>실행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else/</a:t>
            </a:r>
            <a:r>
              <a:rPr dirty="0" err="1"/>
              <a:t>elif</a:t>
            </a:r>
            <a:r>
              <a:rPr dirty="0"/>
              <a:t>: </a:t>
            </a:r>
            <a:r>
              <a:rPr dirty="0" err="1"/>
              <a:t>조건이</a:t>
            </a:r>
            <a:r>
              <a:rPr dirty="0"/>
              <a:t> </a:t>
            </a:r>
            <a:r>
              <a:rPr dirty="0" err="1"/>
              <a:t>False일</a:t>
            </a:r>
            <a:r>
              <a:rPr dirty="0"/>
              <a:t> </a:t>
            </a:r>
            <a:r>
              <a:rPr dirty="0" err="1"/>
              <a:t>때의</a:t>
            </a:r>
            <a:r>
              <a:rPr dirty="0"/>
              <a:t> </a:t>
            </a:r>
            <a:r>
              <a:rPr dirty="0" err="1"/>
              <a:t>대안</a:t>
            </a:r>
            <a:r>
              <a:rPr dirty="0"/>
              <a:t> </a:t>
            </a:r>
            <a:r>
              <a:rPr dirty="0" err="1"/>
              <a:t>경로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if / elif / else 기본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score = int(input("score: "))</a:t>
            </a:r>
            <a:br>
              <a:rPr dirty="0"/>
            </a:br>
            <a:br>
              <a:rPr dirty="0"/>
            </a:br>
            <a:r>
              <a:rPr dirty="0"/>
              <a:t>if score &gt;= 90:</a:t>
            </a:r>
            <a:br>
              <a:rPr dirty="0"/>
            </a:br>
            <a:r>
              <a:rPr dirty="0"/>
              <a:t>    grade = "A"</a:t>
            </a:r>
            <a:br>
              <a:rPr dirty="0"/>
            </a:br>
            <a:r>
              <a:rPr dirty="0" err="1"/>
              <a:t>elif</a:t>
            </a:r>
            <a:r>
              <a:rPr dirty="0"/>
              <a:t> score &gt;= 80:</a:t>
            </a:r>
            <a:br>
              <a:rPr dirty="0"/>
            </a:br>
            <a:r>
              <a:rPr dirty="0"/>
              <a:t>    grade = "B"</a:t>
            </a:r>
            <a:br>
              <a:rPr dirty="0"/>
            </a:br>
            <a:r>
              <a:rPr dirty="0"/>
              <a:t>else:</a:t>
            </a:r>
            <a:br>
              <a:rPr dirty="0"/>
            </a:br>
            <a:r>
              <a:rPr dirty="0"/>
              <a:t>    grade = "C"</a:t>
            </a:r>
            <a:br>
              <a:rPr dirty="0"/>
            </a:br>
            <a:br>
              <a:rPr dirty="0"/>
            </a:br>
            <a:r>
              <a:rPr dirty="0"/>
              <a:t>print("grade:", grade)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들여쓰기</a:t>
            </a:r>
            <a:r>
              <a:rPr dirty="0"/>
              <a:t>(indent)가 </a:t>
            </a:r>
            <a:r>
              <a:rPr dirty="0" err="1"/>
              <a:t>블록을</a:t>
            </a:r>
            <a:r>
              <a:rPr dirty="0"/>
              <a:t> </a:t>
            </a:r>
            <a:r>
              <a:rPr dirty="0" err="1"/>
              <a:t>결정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조건</a:t>
            </a:r>
            <a:r>
              <a:rPr dirty="0"/>
              <a:t> </a:t>
            </a:r>
            <a:r>
              <a:rPr dirty="0" err="1"/>
              <a:t>순서가</a:t>
            </a:r>
            <a:r>
              <a:rPr dirty="0"/>
              <a:t> </a:t>
            </a:r>
            <a:r>
              <a:rPr dirty="0" err="1"/>
              <a:t>중요</a:t>
            </a:r>
            <a:r>
              <a:rPr dirty="0"/>
              <a:t>(큰 </a:t>
            </a:r>
            <a:r>
              <a:rPr dirty="0" err="1"/>
              <a:t>범위→작은</a:t>
            </a:r>
            <a:r>
              <a:rPr dirty="0"/>
              <a:t> </a:t>
            </a:r>
            <a:r>
              <a:rPr dirty="0" err="1"/>
              <a:t>범위</a:t>
            </a:r>
            <a:r>
              <a:rPr dirty="0"/>
              <a:t>)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elif는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번 </a:t>
            </a:r>
            <a:r>
              <a:rPr dirty="0" err="1"/>
              <a:t>가능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조건식 작성 팁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조건식은</a:t>
            </a:r>
            <a:r>
              <a:rPr dirty="0"/>
              <a:t> </a:t>
            </a:r>
            <a:r>
              <a:rPr dirty="0" err="1"/>
              <a:t>bool이</a:t>
            </a:r>
            <a:r>
              <a:rPr dirty="0"/>
              <a:t> </a:t>
            </a:r>
            <a:r>
              <a:rPr dirty="0" err="1"/>
              <a:t>되도록</a:t>
            </a:r>
            <a:r>
              <a:rPr dirty="0"/>
              <a:t> </a:t>
            </a:r>
            <a:r>
              <a:rPr dirty="0" err="1"/>
              <a:t>만들기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복잡하면</a:t>
            </a:r>
            <a:r>
              <a:rPr dirty="0"/>
              <a:t> </a:t>
            </a:r>
            <a:r>
              <a:rPr dirty="0" err="1"/>
              <a:t>중간</a:t>
            </a:r>
            <a:r>
              <a:rPr dirty="0"/>
              <a:t> </a:t>
            </a:r>
            <a:r>
              <a:rPr dirty="0" err="1"/>
              <a:t>변수로</a:t>
            </a:r>
            <a:r>
              <a:rPr dirty="0"/>
              <a:t> </a:t>
            </a:r>
            <a:r>
              <a:rPr dirty="0" err="1"/>
              <a:t>쪼개기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범위</a:t>
            </a:r>
            <a:r>
              <a:rPr dirty="0"/>
              <a:t> </a:t>
            </a:r>
            <a:r>
              <a:rPr dirty="0" err="1"/>
              <a:t>체크</a:t>
            </a:r>
            <a:r>
              <a:rPr dirty="0"/>
              <a:t>: 0 &lt;= x &lt;= 100 (</a:t>
            </a:r>
            <a:r>
              <a:rPr dirty="0" err="1"/>
              <a:t>파이썬은</a:t>
            </a:r>
            <a:r>
              <a:rPr dirty="0"/>
              <a:t> </a:t>
            </a:r>
            <a:r>
              <a:rPr dirty="0" err="1"/>
              <a:t>가능</a:t>
            </a:r>
            <a:r>
              <a:rPr dirty="0"/>
              <a:t>!)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주의</a:t>
            </a:r>
            <a:r>
              <a:rPr dirty="0"/>
              <a:t>: = (</a:t>
            </a:r>
            <a:r>
              <a:rPr dirty="0" err="1"/>
              <a:t>대입</a:t>
            </a:r>
            <a:r>
              <a:rPr dirty="0"/>
              <a:t>) vs == (</a:t>
            </a:r>
            <a:r>
              <a:rPr dirty="0" err="1"/>
              <a:t>비교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중첩 if(필요할 때만)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age = int(input("age: "))</a:t>
            </a:r>
            <a:br>
              <a:rPr dirty="0"/>
            </a:br>
            <a:r>
              <a:rPr dirty="0" err="1"/>
              <a:t>has_ticket</a:t>
            </a:r>
            <a:r>
              <a:rPr dirty="0"/>
              <a:t> = True</a:t>
            </a:r>
            <a:br>
              <a:rPr dirty="0"/>
            </a:br>
            <a:br>
              <a:rPr dirty="0"/>
            </a:br>
            <a:r>
              <a:rPr dirty="0"/>
              <a:t>if age &gt;= 18:</a:t>
            </a:r>
            <a:br>
              <a:rPr dirty="0"/>
            </a:br>
            <a:r>
              <a:rPr dirty="0"/>
              <a:t>    if </a:t>
            </a:r>
            <a:r>
              <a:rPr dirty="0" err="1"/>
              <a:t>has_ticket</a:t>
            </a:r>
            <a:r>
              <a:rPr dirty="0"/>
              <a:t>:</a:t>
            </a:r>
            <a:br>
              <a:rPr dirty="0"/>
            </a:br>
            <a:r>
              <a:rPr dirty="0"/>
              <a:t>        print("ENTER")</a:t>
            </a:r>
            <a:br>
              <a:rPr dirty="0"/>
            </a:br>
            <a:r>
              <a:rPr dirty="0"/>
              <a:t>    else:</a:t>
            </a:r>
            <a:br>
              <a:rPr dirty="0"/>
            </a:br>
            <a:r>
              <a:rPr dirty="0"/>
              <a:t>        print("NO TICKET")</a:t>
            </a:r>
            <a:br>
              <a:rPr dirty="0"/>
            </a:br>
            <a:r>
              <a:rPr dirty="0"/>
              <a:t>else:</a:t>
            </a:r>
            <a:br>
              <a:rPr dirty="0"/>
            </a:br>
            <a:r>
              <a:rPr dirty="0"/>
              <a:t>    print("TOO YOUNG")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중첩이</a:t>
            </a:r>
            <a:r>
              <a:rPr dirty="0"/>
              <a:t> </a:t>
            </a:r>
            <a:r>
              <a:rPr dirty="0" err="1"/>
              <a:t>깊어지면</a:t>
            </a:r>
            <a:r>
              <a:rPr dirty="0"/>
              <a:t> </a:t>
            </a:r>
            <a:r>
              <a:rPr dirty="0" err="1"/>
              <a:t>가독성이</a:t>
            </a:r>
            <a:r>
              <a:rPr dirty="0"/>
              <a:t> </a:t>
            </a:r>
            <a:r>
              <a:rPr dirty="0" err="1"/>
              <a:t>떨어짐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가능하면</a:t>
            </a:r>
            <a:r>
              <a:rPr dirty="0"/>
              <a:t> </a:t>
            </a:r>
            <a:r>
              <a:rPr dirty="0" err="1"/>
              <a:t>조건을</a:t>
            </a:r>
            <a:r>
              <a:rPr dirty="0"/>
              <a:t> </a:t>
            </a:r>
            <a:r>
              <a:rPr dirty="0" err="1"/>
              <a:t>합치거나</a:t>
            </a:r>
            <a:r>
              <a:rPr dirty="0"/>
              <a:t>(AND) </a:t>
            </a:r>
            <a:r>
              <a:rPr dirty="0" err="1"/>
              <a:t>함수로</a:t>
            </a:r>
            <a:r>
              <a:rPr dirty="0"/>
              <a:t> </a:t>
            </a:r>
            <a:r>
              <a:rPr dirty="0" err="1"/>
              <a:t>분리</a:t>
            </a:r>
            <a:r>
              <a:rPr dirty="0"/>
              <a:t>(Week5)</a:t>
            </a:r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출력은</a:t>
            </a:r>
            <a:r>
              <a:rPr dirty="0"/>
              <a:t> “</a:t>
            </a:r>
            <a:r>
              <a:rPr dirty="0" err="1"/>
              <a:t>결론”만</a:t>
            </a:r>
            <a:r>
              <a:rPr dirty="0"/>
              <a:t> </a:t>
            </a:r>
            <a:r>
              <a:rPr dirty="0" err="1"/>
              <a:t>간단히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반복문이 필요한 이유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같은</a:t>
            </a:r>
            <a:r>
              <a:rPr dirty="0"/>
              <a:t> </a:t>
            </a:r>
            <a:r>
              <a:rPr dirty="0" err="1"/>
              <a:t>일을</a:t>
            </a:r>
            <a:r>
              <a:rPr dirty="0"/>
              <a:t> </a:t>
            </a:r>
            <a:r>
              <a:rPr dirty="0" err="1"/>
              <a:t>여러</a:t>
            </a:r>
            <a:r>
              <a:rPr dirty="0"/>
              <a:t> 번 </a:t>
            </a:r>
            <a:r>
              <a:rPr dirty="0" err="1"/>
              <a:t>해야</a:t>
            </a:r>
            <a:r>
              <a:rPr dirty="0"/>
              <a:t> 할 때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복사</a:t>
            </a:r>
            <a:r>
              <a:rPr dirty="0"/>
              <a:t>/</a:t>
            </a:r>
            <a:r>
              <a:rPr dirty="0" err="1"/>
              <a:t>붙여넣기는</a:t>
            </a:r>
            <a:r>
              <a:rPr dirty="0"/>
              <a:t> </a:t>
            </a:r>
            <a:r>
              <a:rPr dirty="0" err="1"/>
              <a:t>위험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반복문은</a:t>
            </a:r>
            <a:r>
              <a:rPr dirty="0"/>
              <a:t> “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규칙”만</a:t>
            </a:r>
            <a:r>
              <a:rPr dirty="0"/>
              <a:t> </a:t>
            </a:r>
            <a:r>
              <a:rPr dirty="0" err="1"/>
              <a:t>쓰면</a:t>
            </a:r>
            <a:r>
              <a:rPr dirty="0"/>
              <a:t> </a:t>
            </a:r>
            <a:r>
              <a:rPr dirty="0" err="1"/>
              <a:t>자동으로</a:t>
            </a:r>
            <a:r>
              <a:rPr dirty="0"/>
              <a:t>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수행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for: </a:t>
            </a:r>
            <a:r>
              <a:rPr dirty="0" err="1"/>
              <a:t>정해진</a:t>
            </a:r>
            <a:r>
              <a:rPr dirty="0"/>
              <a:t> </a:t>
            </a:r>
            <a:r>
              <a:rPr dirty="0" err="1"/>
              <a:t>횟수</a:t>
            </a:r>
            <a:r>
              <a:rPr dirty="0"/>
              <a:t>/</a:t>
            </a:r>
            <a:r>
              <a:rPr dirty="0" err="1"/>
              <a:t>시퀀스를</a:t>
            </a:r>
            <a:r>
              <a:rPr dirty="0"/>
              <a:t> </a:t>
            </a:r>
            <a:r>
              <a:rPr dirty="0" err="1"/>
              <a:t>순회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while: </a:t>
            </a:r>
            <a:r>
              <a:rPr dirty="0" err="1"/>
              <a:t>조건이</a:t>
            </a:r>
            <a:r>
              <a:rPr dirty="0"/>
              <a:t> </a:t>
            </a:r>
            <a:r>
              <a:rPr dirty="0" err="1"/>
              <a:t>True인</a:t>
            </a:r>
            <a:r>
              <a:rPr dirty="0"/>
              <a:t> </a:t>
            </a:r>
            <a:r>
              <a:rPr dirty="0" err="1"/>
              <a:t>동안</a:t>
            </a:r>
            <a:r>
              <a:rPr dirty="0"/>
              <a:t> </a:t>
            </a:r>
            <a:r>
              <a:rPr dirty="0" err="1"/>
              <a:t>반복</a:t>
            </a:r>
            <a:r>
              <a:rPr dirty="0"/>
              <a:t>(</a:t>
            </a:r>
            <a:r>
              <a:rPr dirty="0" err="1"/>
              <a:t>조건</a:t>
            </a:r>
            <a:r>
              <a:rPr dirty="0"/>
              <a:t> </a:t>
            </a:r>
            <a:r>
              <a:rPr dirty="0" err="1"/>
              <a:t>기반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for + range 기초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# 0부터 4까지 </a:t>
            </a:r>
            <a:r>
              <a:rPr dirty="0" err="1"/>
              <a:t>출력</a:t>
            </a:r>
            <a:br>
              <a:rPr dirty="0"/>
            </a:br>
            <a:r>
              <a:rPr dirty="0"/>
              <a:t>for </a:t>
            </a:r>
            <a:r>
              <a:rPr dirty="0" err="1"/>
              <a:t>i</a:t>
            </a:r>
            <a:r>
              <a:rPr dirty="0"/>
              <a:t> in range(5):</a:t>
            </a:r>
            <a:br>
              <a:rPr dirty="0"/>
            </a:br>
            <a:r>
              <a:rPr dirty="0"/>
              <a:t>    print(</a:t>
            </a:r>
            <a:r>
              <a:rPr dirty="0" err="1"/>
              <a:t>i</a:t>
            </a:r>
            <a:r>
              <a:rPr dirty="0"/>
              <a:t>)</a:t>
            </a:r>
            <a:br>
              <a:rPr dirty="0"/>
            </a:br>
            <a:br>
              <a:rPr dirty="0"/>
            </a:br>
            <a:r>
              <a:rPr dirty="0"/>
              <a:t># 1부터 5까지</a:t>
            </a:r>
            <a:br>
              <a:rPr dirty="0"/>
            </a:br>
            <a:r>
              <a:rPr dirty="0"/>
              <a:t>for </a:t>
            </a:r>
            <a:r>
              <a:rPr dirty="0" err="1"/>
              <a:t>i</a:t>
            </a:r>
            <a:r>
              <a:rPr dirty="0"/>
              <a:t> in range(1, 6):</a:t>
            </a:r>
            <a:br>
              <a:rPr dirty="0"/>
            </a:br>
            <a:r>
              <a:rPr dirty="0"/>
              <a:t>    print(</a:t>
            </a:r>
            <a:r>
              <a:rPr dirty="0" err="1"/>
              <a:t>i</a:t>
            </a:r>
            <a:r>
              <a:rPr dirty="0"/>
              <a:t>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 algn="ctr">
              <a:defRPr sz="1800">
                <a:solidFill>
                  <a:srgbClr val="0F172A"/>
                </a:solidFill>
                <a:latin typeface="Malgun Gothic"/>
              </a:defRPr>
            </a:pPr>
            <a:r>
              <a:t>range(5) → 0,1,2,3,4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t>range(start, end)에서 end는 포함 X</a:t>
            </a:r>
          </a:p>
          <a:p>
            <a:pPr marL="304800" indent="-304800">
              <a:defRPr sz="1800">
                <a:solidFill>
                  <a:srgbClr val="0F172A"/>
                </a:solidFill>
                <a:latin typeface="Malgun Gothic"/>
              </a:defRPr>
            </a:pPr>
            <a:r>
              <a:t>반복 변수 i는 관례(원하면 의미 있는 이름)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while 기초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n = 3</a:t>
            </a:r>
            <a:br>
              <a:rPr dirty="0"/>
            </a:br>
            <a:r>
              <a:rPr dirty="0"/>
              <a:t>while n &gt; 0:</a:t>
            </a:r>
            <a:br>
              <a:rPr dirty="0"/>
            </a:br>
            <a:r>
              <a:rPr dirty="0"/>
              <a:t>    print("count:", n)</a:t>
            </a:r>
            <a:br>
              <a:rPr dirty="0"/>
            </a:br>
            <a:r>
              <a:rPr dirty="0"/>
              <a:t>    n = n - 1</a:t>
            </a:r>
            <a:br>
              <a:rPr dirty="0"/>
            </a:br>
            <a:br>
              <a:rPr dirty="0"/>
            </a:br>
            <a:r>
              <a:rPr dirty="0"/>
              <a:t>print("done")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while은</a:t>
            </a:r>
            <a:r>
              <a:rPr dirty="0"/>
              <a:t> </a:t>
            </a:r>
            <a:r>
              <a:rPr dirty="0" err="1"/>
              <a:t>조건이</a:t>
            </a:r>
            <a:r>
              <a:rPr dirty="0"/>
              <a:t> </a:t>
            </a:r>
            <a:r>
              <a:rPr dirty="0" err="1"/>
              <a:t>바뀌지</a:t>
            </a:r>
            <a:r>
              <a:rPr dirty="0"/>
              <a:t> </a:t>
            </a:r>
            <a:r>
              <a:rPr dirty="0" err="1"/>
              <a:t>않으면</a:t>
            </a:r>
            <a:r>
              <a:rPr dirty="0"/>
              <a:t> </a:t>
            </a:r>
            <a:r>
              <a:rPr dirty="0" err="1"/>
              <a:t>무한루프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루프</a:t>
            </a:r>
            <a:r>
              <a:rPr dirty="0"/>
              <a:t> </a:t>
            </a:r>
            <a:r>
              <a:rPr dirty="0" err="1"/>
              <a:t>안에서</a:t>
            </a:r>
            <a:r>
              <a:rPr dirty="0"/>
              <a:t> </a:t>
            </a:r>
            <a:r>
              <a:rPr dirty="0" err="1"/>
              <a:t>조건을</a:t>
            </a:r>
            <a:r>
              <a:rPr dirty="0"/>
              <a:t> </a:t>
            </a:r>
            <a:r>
              <a:rPr dirty="0" err="1"/>
              <a:t>변화시키는</a:t>
            </a:r>
            <a:r>
              <a:rPr dirty="0"/>
              <a:t> </a:t>
            </a:r>
            <a:r>
              <a:rPr dirty="0" err="1"/>
              <a:t>코드가</a:t>
            </a:r>
            <a:r>
              <a:rPr dirty="0"/>
              <a:t> </a:t>
            </a:r>
            <a:r>
              <a:rPr dirty="0" err="1"/>
              <a:t>필요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중간</a:t>
            </a:r>
            <a:r>
              <a:rPr dirty="0"/>
              <a:t> </a:t>
            </a:r>
            <a:r>
              <a:rPr dirty="0" err="1"/>
              <a:t>print로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break / continue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break: </a:t>
            </a:r>
            <a:r>
              <a:rPr dirty="0" err="1"/>
              <a:t>반복문을</a:t>
            </a:r>
            <a:r>
              <a:rPr dirty="0"/>
              <a:t> </a:t>
            </a:r>
            <a:r>
              <a:rPr dirty="0" err="1"/>
              <a:t>즉시</a:t>
            </a:r>
            <a:r>
              <a:rPr dirty="0"/>
              <a:t> </a:t>
            </a:r>
            <a:r>
              <a:rPr dirty="0" err="1"/>
              <a:t>종료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continue: </a:t>
            </a:r>
            <a:r>
              <a:rPr dirty="0" err="1"/>
              <a:t>이번</a:t>
            </a:r>
            <a:r>
              <a:rPr dirty="0"/>
              <a:t> </a:t>
            </a:r>
            <a:r>
              <a:rPr dirty="0" err="1"/>
              <a:t>반복만</a:t>
            </a:r>
            <a:r>
              <a:rPr dirty="0"/>
              <a:t> </a:t>
            </a:r>
            <a:r>
              <a:rPr dirty="0" err="1"/>
              <a:t>건너뛰고</a:t>
            </a:r>
            <a:r>
              <a:rPr dirty="0"/>
              <a:t> </a:t>
            </a:r>
            <a:r>
              <a:rPr dirty="0" err="1"/>
              <a:t>다음</a:t>
            </a:r>
            <a:r>
              <a:rPr dirty="0"/>
              <a:t> </a:t>
            </a:r>
            <a:r>
              <a:rPr dirty="0" err="1"/>
              <a:t>반복으로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사용</a:t>
            </a:r>
            <a:r>
              <a:rPr dirty="0"/>
              <a:t> 팁: </a:t>
            </a:r>
            <a:r>
              <a:rPr dirty="0" err="1"/>
              <a:t>너무</a:t>
            </a:r>
            <a:r>
              <a:rPr dirty="0"/>
              <a:t>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쓰면</a:t>
            </a:r>
            <a:r>
              <a:rPr dirty="0"/>
              <a:t> </a:t>
            </a:r>
            <a:r>
              <a:rPr dirty="0" err="1"/>
              <a:t>흐름이</a:t>
            </a:r>
            <a:r>
              <a:rPr dirty="0"/>
              <a:t> </a:t>
            </a:r>
            <a:r>
              <a:rPr dirty="0" err="1"/>
              <a:t>복잡해짐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가능하면</a:t>
            </a:r>
            <a:r>
              <a:rPr dirty="0"/>
              <a:t> </a:t>
            </a:r>
            <a:r>
              <a:rPr dirty="0" err="1"/>
              <a:t>조건문으로</a:t>
            </a:r>
            <a:r>
              <a:rPr dirty="0"/>
              <a:t>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걸러내기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조건+반복 조합: 메뉴 루프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while True:</a:t>
            </a:r>
            <a:br>
              <a:rPr dirty="0"/>
            </a:br>
            <a:r>
              <a:rPr dirty="0"/>
              <a:t>    </a:t>
            </a:r>
            <a:r>
              <a:rPr dirty="0" err="1"/>
              <a:t>cmd</a:t>
            </a:r>
            <a:r>
              <a:rPr dirty="0"/>
              <a:t> = input("</a:t>
            </a:r>
            <a:r>
              <a:rPr dirty="0" err="1"/>
              <a:t>명령</a:t>
            </a:r>
            <a:r>
              <a:rPr dirty="0"/>
              <a:t>(add/list/quit): ")</a:t>
            </a:r>
            <a:br>
              <a:rPr dirty="0"/>
            </a:br>
            <a:r>
              <a:rPr dirty="0"/>
              <a:t>    if </a:t>
            </a:r>
            <a:r>
              <a:rPr dirty="0" err="1"/>
              <a:t>cmd</a:t>
            </a:r>
            <a:r>
              <a:rPr dirty="0"/>
              <a:t> == "quit":</a:t>
            </a:r>
            <a:br>
              <a:rPr dirty="0"/>
            </a:br>
            <a:r>
              <a:rPr dirty="0"/>
              <a:t>        break</a:t>
            </a:r>
            <a:br>
              <a:rPr dirty="0"/>
            </a:br>
            <a:r>
              <a:rPr dirty="0"/>
              <a:t>    </a:t>
            </a:r>
            <a:r>
              <a:rPr dirty="0" err="1"/>
              <a:t>elif</a:t>
            </a:r>
            <a:r>
              <a:rPr dirty="0"/>
              <a:t> </a:t>
            </a:r>
            <a:r>
              <a:rPr dirty="0" err="1"/>
              <a:t>cmd</a:t>
            </a:r>
            <a:r>
              <a:rPr dirty="0"/>
              <a:t> == "list":</a:t>
            </a:r>
            <a:br>
              <a:rPr dirty="0"/>
            </a:br>
            <a:r>
              <a:rPr dirty="0"/>
              <a:t>        print("TODO </a:t>
            </a:r>
            <a:r>
              <a:rPr dirty="0" err="1"/>
              <a:t>출력</a:t>
            </a:r>
            <a:r>
              <a:rPr dirty="0"/>
              <a:t>")</a:t>
            </a:r>
            <a:br>
              <a:rPr dirty="0"/>
            </a:br>
            <a:r>
              <a:rPr dirty="0"/>
              <a:t>    </a:t>
            </a:r>
            <a:r>
              <a:rPr dirty="0" err="1"/>
              <a:t>elif</a:t>
            </a:r>
            <a:r>
              <a:rPr dirty="0"/>
              <a:t> </a:t>
            </a:r>
            <a:r>
              <a:rPr dirty="0" err="1"/>
              <a:t>cmd</a:t>
            </a:r>
            <a:r>
              <a:rPr dirty="0"/>
              <a:t> == "add":</a:t>
            </a:r>
            <a:br>
              <a:rPr dirty="0"/>
            </a:br>
            <a:r>
              <a:rPr dirty="0"/>
              <a:t>        print("TODO </a:t>
            </a:r>
            <a:r>
              <a:rPr dirty="0" err="1"/>
              <a:t>추가</a:t>
            </a:r>
            <a:r>
              <a:rPr dirty="0"/>
              <a:t>")</a:t>
            </a:r>
            <a:br>
              <a:rPr dirty="0"/>
            </a:br>
            <a:r>
              <a:rPr dirty="0"/>
              <a:t>    else:</a:t>
            </a:r>
            <a:br>
              <a:rPr dirty="0"/>
            </a:br>
            <a:r>
              <a:rPr dirty="0"/>
              <a:t>        print("</a:t>
            </a:r>
            <a:r>
              <a:rPr dirty="0" err="1"/>
              <a:t>지원하지</a:t>
            </a:r>
            <a:r>
              <a:rPr dirty="0"/>
              <a:t> </a:t>
            </a:r>
            <a:r>
              <a:rPr dirty="0" err="1"/>
              <a:t>않는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")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while True + </a:t>
            </a:r>
            <a:r>
              <a:rPr dirty="0" err="1"/>
              <a:t>break는</a:t>
            </a:r>
            <a:r>
              <a:rPr dirty="0"/>
              <a:t> “</a:t>
            </a:r>
            <a:r>
              <a:rPr dirty="0" err="1"/>
              <a:t>메뉴형</a:t>
            </a:r>
            <a:r>
              <a:rPr dirty="0"/>
              <a:t> </a:t>
            </a:r>
            <a:r>
              <a:rPr dirty="0" err="1"/>
              <a:t>프로그램”의</a:t>
            </a:r>
            <a:r>
              <a:rPr dirty="0"/>
              <a:t> </a:t>
            </a:r>
            <a:r>
              <a:rPr dirty="0" err="1"/>
              <a:t>기본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elif로</a:t>
            </a:r>
            <a:r>
              <a:rPr dirty="0"/>
              <a:t> </a:t>
            </a:r>
            <a:r>
              <a:rPr dirty="0" err="1"/>
              <a:t>명령</a:t>
            </a:r>
            <a:r>
              <a:rPr dirty="0"/>
              <a:t> </a:t>
            </a:r>
            <a:r>
              <a:rPr dirty="0" err="1"/>
              <a:t>분기</a:t>
            </a:r>
            <a:r>
              <a:rPr dirty="0"/>
              <a:t>(</a:t>
            </a:r>
            <a:r>
              <a:rPr dirty="0" err="1"/>
              <a:t>조건문</a:t>
            </a:r>
            <a:r>
              <a:rPr dirty="0"/>
              <a:t>) </a:t>
            </a:r>
            <a:r>
              <a:rPr dirty="0" err="1"/>
              <a:t>처리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Week 6(</a:t>
            </a:r>
            <a:r>
              <a:rPr dirty="0" err="1"/>
              <a:t>리스트</a:t>
            </a:r>
            <a:r>
              <a:rPr dirty="0"/>
              <a:t>)와 </a:t>
            </a:r>
            <a:r>
              <a:rPr dirty="0" err="1"/>
              <a:t>결합하면</a:t>
            </a:r>
            <a:r>
              <a:rPr dirty="0"/>
              <a:t> </a:t>
            </a:r>
            <a:r>
              <a:rPr dirty="0" err="1"/>
              <a:t>실제</a:t>
            </a:r>
            <a:r>
              <a:rPr dirty="0"/>
              <a:t> </a:t>
            </a:r>
            <a:r>
              <a:rPr dirty="0" err="1"/>
              <a:t>앱처럼</a:t>
            </a:r>
            <a:r>
              <a:rPr dirty="0"/>
              <a:t> </a:t>
            </a:r>
            <a:r>
              <a:rPr dirty="0" err="1"/>
              <a:t>동작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누적합(반복문 대표 패턴)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/>
              <a:t>total = 0</a:t>
            </a:r>
            <a:br>
              <a:rPr dirty="0"/>
            </a:br>
            <a:r>
              <a:rPr dirty="0"/>
              <a:t>for </a:t>
            </a:r>
            <a:r>
              <a:rPr dirty="0" err="1"/>
              <a:t>i</a:t>
            </a:r>
            <a:r>
              <a:rPr dirty="0"/>
              <a:t> in range(1, 6):</a:t>
            </a:r>
            <a:br>
              <a:rPr dirty="0"/>
            </a:br>
            <a:r>
              <a:rPr dirty="0"/>
              <a:t>    total = total + </a:t>
            </a:r>
            <a:r>
              <a:rPr dirty="0" err="1"/>
              <a:t>i</a:t>
            </a:r>
            <a:br>
              <a:rPr dirty="0"/>
            </a:br>
            <a:br>
              <a:rPr dirty="0"/>
            </a:br>
            <a:r>
              <a:rPr dirty="0"/>
              <a:t>print("sum(1..5):", total)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누적</a:t>
            </a:r>
            <a:r>
              <a:rPr dirty="0"/>
              <a:t> </a:t>
            </a:r>
            <a:r>
              <a:rPr dirty="0" err="1"/>
              <a:t>변수</a:t>
            </a:r>
            <a:r>
              <a:rPr dirty="0"/>
              <a:t>(total)는 </a:t>
            </a:r>
            <a:r>
              <a:rPr dirty="0" err="1"/>
              <a:t>보통</a:t>
            </a:r>
            <a:r>
              <a:rPr dirty="0"/>
              <a:t> 0부터 </a:t>
            </a:r>
            <a:r>
              <a:rPr dirty="0" err="1"/>
              <a:t>시작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</a:t>
            </a:r>
            <a:r>
              <a:rPr dirty="0" err="1"/>
              <a:t>초기값</a:t>
            </a:r>
            <a:r>
              <a:rPr dirty="0"/>
              <a:t> →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갱신</a:t>
            </a:r>
            <a:r>
              <a:rPr dirty="0"/>
              <a:t>” </a:t>
            </a:r>
            <a:r>
              <a:rPr dirty="0" err="1"/>
              <a:t>패턴</a:t>
            </a:r>
            <a:r>
              <a:rPr dirty="0"/>
              <a:t> </a:t>
            </a:r>
            <a:r>
              <a:rPr dirty="0" err="1"/>
              <a:t>익히기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최대</a:t>
            </a:r>
            <a:r>
              <a:rPr dirty="0"/>
              <a:t>/</a:t>
            </a:r>
            <a:r>
              <a:rPr dirty="0" err="1"/>
              <a:t>최소</a:t>
            </a:r>
            <a:r>
              <a:rPr dirty="0"/>
              <a:t>/</a:t>
            </a:r>
            <a:r>
              <a:rPr dirty="0" err="1"/>
              <a:t>카운트도</a:t>
            </a:r>
            <a:r>
              <a:rPr dirty="0"/>
              <a:t> </a:t>
            </a:r>
            <a:r>
              <a:rPr dirty="0" err="1"/>
              <a:t>동일한</a:t>
            </a:r>
            <a:r>
              <a:rPr dirty="0"/>
              <a:t> </a:t>
            </a:r>
            <a:r>
              <a:rPr dirty="0" err="1"/>
              <a:t>구조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최댓값 찾기(간단)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nums</a:t>
            </a:r>
            <a:r>
              <a:rPr dirty="0"/>
              <a:t> = [3, 9, 2, 7]</a:t>
            </a:r>
            <a:br>
              <a:rPr dirty="0"/>
            </a:br>
            <a:r>
              <a:rPr dirty="0" err="1"/>
              <a:t>max_v</a:t>
            </a:r>
            <a:r>
              <a:rPr dirty="0"/>
              <a:t> = </a:t>
            </a:r>
            <a:r>
              <a:rPr dirty="0" err="1"/>
              <a:t>nums</a:t>
            </a:r>
            <a:r>
              <a:rPr dirty="0"/>
              <a:t>[0]</a:t>
            </a:r>
            <a:br>
              <a:rPr dirty="0"/>
            </a:br>
            <a:br>
              <a:rPr dirty="0"/>
            </a:br>
            <a:r>
              <a:rPr dirty="0"/>
              <a:t>for x in </a:t>
            </a:r>
            <a:r>
              <a:rPr dirty="0" err="1"/>
              <a:t>nums</a:t>
            </a:r>
            <a:r>
              <a:rPr dirty="0"/>
              <a:t>:</a:t>
            </a:r>
            <a:br>
              <a:rPr dirty="0"/>
            </a:br>
            <a:r>
              <a:rPr dirty="0"/>
              <a:t>    if x &gt; </a:t>
            </a:r>
            <a:r>
              <a:rPr dirty="0" err="1"/>
              <a:t>max_v</a:t>
            </a:r>
            <a:r>
              <a:rPr dirty="0"/>
              <a:t>:</a:t>
            </a:r>
            <a:br>
              <a:rPr dirty="0"/>
            </a:br>
            <a:r>
              <a:rPr dirty="0"/>
              <a:t>        </a:t>
            </a:r>
            <a:r>
              <a:rPr dirty="0" err="1"/>
              <a:t>max_v</a:t>
            </a:r>
            <a:r>
              <a:rPr dirty="0"/>
              <a:t> = x</a:t>
            </a:r>
            <a:br>
              <a:rPr dirty="0"/>
            </a:br>
            <a:br>
              <a:rPr dirty="0"/>
            </a:br>
            <a:r>
              <a:rPr dirty="0"/>
              <a:t>print("max:", </a:t>
            </a:r>
            <a:r>
              <a:rPr dirty="0" err="1"/>
              <a:t>max_v</a:t>
            </a:r>
            <a:r>
              <a:rPr dirty="0"/>
              <a:t>)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핵심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초기값을</a:t>
            </a:r>
            <a:r>
              <a:rPr dirty="0"/>
              <a:t> 첫 </a:t>
            </a:r>
            <a:r>
              <a:rPr dirty="0" err="1"/>
              <a:t>원소로</a:t>
            </a:r>
            <a:r>
              <a:rPr dirty="0"/>
              <a:t> </a:t>
            </a:r>
            <a:r>
              <a:rPr dirty="0" err="1"/>
              <a:t>두는</a:t>
            </a:r>
            <a:r>
              <a:rPr dirty="0"/>
              <a:t> </a:t>
            </a:r>
            <a:r>
              <a:rPr dirty="0" err="1"/>
              <a:t>방식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if와</a:t>
            </a:r>
            <a:r>
              <a:rPr dirty="0"/>
              <a:t> for </a:t>
            </a:r>
            <a:r>
              <a:rPr dirty="0" err="1"/>
              <a:t>조합은</a:t>
            </a:r>
            <a:r>
              <a:rPr dirty="0"/>
              <a:t> </a:t>
            </a:r>
            <a:r>
              <a:rPr dirty="0" err="1"/>
              <a:t>매우</a:t>
            </a:r>
            <a:r>
              <a:rPr dirty="0"/>
              <a:t> </a:t>
            </a:r>
            <a:r>
              <a:rPr dirty="0" err="1"/>
              <a:t>중요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Week 6(</a:t>
            </a:r>
            <a:r>
              <a:rPr dirty="0" err="1"/>
              <a:t>리스트</a:t>
            </a:r>
            <a:r>
              <a:rPr dirty="0"/>
              <a:t>)</a:t>
            </a:r>
            <a:r>
              <a:rPr dirty="0" err="1"/>
              <a:t>에서</a:t>
            </a:r>
            <a:r>
              <a:rPr dirty="0"/>
              <a:t> 더 </a:t>
            </a:r>
            <a:r>
              <a:rPr dirty="0" err="1"/>
              <a:t>많이</a:t>
            </a:r>
            <a:r>
              <a:rPr dirty="0"/>
              <a:t> </a:t>
            </a:r>
            <a:r>
              <a:rPr dirty="0" err="1"/>
              <a:t>연습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16/25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흔한 버그 TOP 5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들여쓰기</a:t>
            </a:r>
            <a:r>
              <a:rPr dirty="0"/>
              <a:t> </a:t>
            </a:r>
            <a:r>
              <a:rPr dirty="0" err="1"/>
              <a:t>오류</a:t>
            </a:r>
            <a:r>
              <a:rPr dirty="0"/>
              <a:t>(</a:t>
            </a:r>
            <a:r>
              <a:rPr dirty="0" err="1"/>
              <a:t>IndentationError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조건</a:t>
            </a:r>
            <a:r>
              <a:rPr dirty="0"/>
              <a:t> </a:t>
            </a:r>
            <a:r>
              <a:rPr dirty="0" err="1"/>
              <a:t>순서</a:t>
            </a:r>
            <a:r>
              <a:rPr dirty="0"/>
              <a:t> </a:t>
            </a:r>
            <a:r>
              <a:rPr dirty="0" err="1"/>
              <a:t>실수</a:t>
            </a:r>
            <a:r>
              <a:rPr dirty="0"/>
              <a:t>(</a:t>
            </a:r>
            <a:r>
              <a:rPr dirty="0" err="1"/>
              <a:t>elif</a:t>
            </a:r>
            <a:r>
              <a:rPr dirty="0"/>
              <a:t> </a:t>
            </a:r>
            <a:r>
              <a:rPr dirty="0" err="1"/>
              <a:t>순서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range </a:t>
            </a:r>
            <a:r>
              <a:rPr dirty="0" err="1"/>
              <a:t>끝값</a:t>
            </a:r>
            <a:r>
              <a:rPr dirty="0"/>
              <a:t> </a:t>
            </a:r>
            <a:r>
              <a:rPr dirty="0" err="1"/>
              <a:t>포함</a:t>
            </a:r>
            <a:r>
              <a:rPr dirty="0"/>
              <a:t> </a:t>
            </a:r>
            <a:r>
              <a:rPr dirty="0" err="1"/>
              <a:t>여부</a:t>
            </a:r>
            <a:r>
              <a:rPr dirty="0"/>
              <a:t> </a:t>
            </a:r>
            <a:r>
              <a:rPr dirty="0" err="1"/>
              <a:t>착각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while </a:t>
            </a:r>
            <a:r>
              <a:rPr dirty="0" err="1"/>
              <a:t>조건</a:t>
            </a:r>
            <a:r>
              <a:rPr dirty="0"/>
              <a:t> </a:t>
            </a:r>
            <a:r>
              <a:rPr dirty="0" err="1"/>
              <a:t>갱신</a:t>
            </a:r>
            <a:r>
              <a:rPr dirty="0"/>
              <a:t> </a:t>
            </a:r>
            <a:r>
              <a:rPr dirty="0" err="1"/>
              <a:t>누락</a:t>
            </a:r>
            <a:r>
              <a:rPr dirty="0"/>
              <a:t>(</a:t>
            </a:r>
            <a:r>
              <a:rPr dirty="0" err="1"/>
              <a:t>무한루프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</a:t>
            </a:r>
            <a:r>
              <a:rPr dirty="0" err="1"/>
              <a:t>비교</a:t>
            </a:r>
            <a:r>
              <a:rPr dirty="0"/>
              <a:t> </a:t>
            </a:r>
            <a:r>
              <a:rPr dirty="0" err="1"/>
              <a:t>연산자</a:t>
            </a:r>
            <a:r>
              <a:rPr dirty="0"/>
              <a:t> </a:t>
            </a:r>
            <a:r>
              <a:rPr dirty="0" err="1"/>
              <a:t>실수</a:t>
            </a:r>
            <a:r>
              <a:rPr dirty="0"/>
              <a:t>(==, &gt;= 등)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17/25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With AI: 디버깅 프롬프트 핵심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AI에게</a:t>
            </a:r>
            <a:r>
              <a:rPr dirty="0"/>
              <a:t> “</a:t>
            </a:r>
            <a:r>
              <a:rPr dirty="0" err="1"/>
              <a:t>에러</a:t>
            </a:r>
            <a:r>
              <a:rPr dirty="0"/>
              <a:t> </a:t>
            </a:r>
            <a:r>
              <a:rPr dirty="0" err="1"/>
              <a:t>메시지</a:t>
            </a:r>
            <a:r>
              <a:rPr dirty="0"/>
              <a:t> + </a:t>
            </a:r>
            <a:r>
              <a:rPr dirty="0" err="1"/>
              <a:t>코드</a:t>
            </a:r>
            <a:r>
              <a:rPr dirty="0"/>
              <a:t> + </a:t>
            </a:r>
            <a:r>
              <a:rPr dirty="0" err="1"/>
              <a:t>기대</a:t>
            </a:r>
            <a:r>
              <a:rPr dirty="0"/>
              <a:t> </a:t>
            </a:r>
            <a:r>
              <a:rPr dirty="0" err="1"/>
              <a:t>출력”을</a:t>
            </a:r>
            <a:r>
              <a:rPr dirty="0"/>
              <a:t> </a:t>
            </a:r>
            <a:r>
              <a:rPr dirty="0" err="1"/>
              <a:t>같이</a:t>
            </a:r>
            <a:r>
              <a:rPr dirty="0"/>
              <a:t> </a:t>
            </a:r>
            <a:r>
              <a:rPr dirty="0" err="1"/>
              <a:t>주기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입력에서</a:t>
            </a:r>
            <a:r>
              <a:rPr dirty="0"/>
              <a:t> </a:t>
            </a:r>
            <a:r>
              <a:rPr dirty="0" err="1"/>
              <a:t>문제가</a:t>
            </a:r>
            <a:r>
              <a:rPr dirty="0"/>
              <a:t> </a:t>
            </a:r>
            <a:r>
              <a:rPr dirty="0" err="1"/>
              <a:t>발생하는지</a:t>
            </a:r>
            <a:r>
              <a:rPr dirty="0"/>
              <a:t> </a:t>
            </a:r>
            <a:r>
              <a:rPr dirty="0" err="1"/>
              <a:t>재현</a:t>
            </a:r>
            <a:r>
              <a:rPr dirty="0"/>
              <a:t> </a:t>
            </a:r>
            <a:r>
              <a:rPr dirty="0" err="1"/>
              <a:t>가능한</a:t>
            </a:r>
            <a:r>
              <a:rPr dirty="0"/>
              <a:t> </a:t>
            </a:r>
            <a:r>
              <a:rPr dirty="0" err="1"/>
              <a:t>형태로</a:t>
            </a:r>
            <a:r>
              <a:rPr dirty="0"/>
              <a:t> </a:t>
            </a:r>
            <a:r>
              <a:rPr dirty="0" err="1"/>
              <a:t>제공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수정</a:t>
            </a:r>
            <a:r>
              <a:rPr dirty="0"/>
              <a:t> 후: </a:t>
            </a: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케이스를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실행해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주의</a:t>
            </a:r>
            <a:r>
              <a:rPr dirty="0"/>
              <a:t>: </a:t>
            </a:r>
            <a:r>
              <a:rPr dirty="0" err="1"/>
              <a:t>AI가</a:t>
            </a:r>
            <a:r>
              <a:rPr dirty="0"/>
              <a:t> </a:t>
            </a:r>
            <a:r>
              <a:rPr dirty="0" err="1"/>
              <a:t>고친</a:t>
            </a:r>
            <a:r>
              <a:rPr dirty="0"/>
              <a:t> </a:t>
            </a:r>
            <a:r>
              <a:rPr dirty="0" err="1"/>
              <a:t>코드도</a:t>
            </a:r>
            <a:r>
              <a:rPr dirty="0"/>
              <a:t> “</a:t>
            </a:r>
            <a:r>
              <a:rPr dirty="0" err="1"/>
              <a:t>내가</a:t>
            </a:r>
            <a:r>
              <a:rPr dirty="0"/>
              <a:t> </a:t>
            </a:r>
            <a:r>
              <a:rPr dirty="0" err="1"/>
              <a:t>이해”해야</a:t>
            </a:r>
            <a:r>
              <a:rPr dirty="0"/>
              <a:t> </a:t>
            </a:r>
            <a:r>
              <a:rPr dirty="0" err="1"/>
              <a:t>제출</a:t>
            </a:r>
            <a:r>
              <a:rPr dirty="0"/>
              <a:t> </a:t>
            </a:r>
            <a:r>
              <a:rPr dirty="0" err="1"/>
              <a:t>가능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18/25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프롬프트 템플릿(디버깅)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88720" y="1856231"/>
            <a:ext cx="5029200" cy="4206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>
              <a:defRPr sz="1400">
                <a:solidFill>
                  <a:srgbClr val="8292A2"/>
                </a:solidFill>
                <a:latin typeface="Consolas"/>
              </a:defRPr>
            </a:pPr>
            <a:r>
              <a:rPr dirty="0" err="1"/>
              <a:t>역할</a:t>
            </a:r>
            <a:r>
              <a:rPr dirty="0"/>
              <a:t>: </a:t>
            </a:r>
            <a:r>
              <a:rPr dirty="0" err="1"/>
              <a:t>파이썬</a:t>
            </a:r>
            <a:r>
              <a:rPr dirty="0"/>
              <a:t> </a:t>
            </a:r>
            <a:r>
              <a:rPr dirty="0" err="1"/>
              <a:t>디버깅</a:t>
            </a:r>
            <a:r>
              <a:rPr dirty="0"/>
              <a:t> </a:t>
            </a:r>
            <a:r>
              <a:rPr dirty="0" err="1"/>
              <a:t>도우미</a:t>
            </a:r>
            <a:br>
              <a:rPr dirty="0"/>
            </a:br>
            <a:r>
              <a:rPr dirty="0" err="1"/>
              <a:t>문제</a:t>
            </a:r>
            <a:r>
              <a:rPr dirty="0"/>
              <a:t>: </a:t>
            </a:r>
            <a:r>
              <a:rPr dirty="0" err="1"/>
              <a:t>아래</a:t>
            </a:r>
            <a:r>
              <a:rPr dirty="0"/>
              <a:t> </a:t>
            </a:r>
            <a:r>
              <a:rPr dirty="0" err="1"/>
              <a:t>코드가</a:t>
            </a:r>
            <a:r>
              <a:rPr dirty="0"/>
              <a:t> </a:t>
            </a:r>
            <a:r>
              <a:rPr dirty="0" err="1"/>
              <a:t>원하는</a:t>
            </a:r>
            <a:r>
              <a:rPr dirty="0"/>
              <a:t> </a:t>
            </a:r>
            <a:r>
              <a:rPr dirty="0" err="1"/>
              <a:t>대로</a:t>
            </a:r>
            <a:r>
              <a:rPr dirty="0"/>
              <a:t> </a:t>
            </a:r>
            <a:r>
              <a:rPr dirty="0" err="1"/>
              <a:t>동작하지</a:t>
            </a:r>
            <a:r>
              <a:rPr dirty="0"/>
              <a:t> </a:t>
            </a:r>
            <a:r>
              <a:rPr dirty="0" err="1"/>
              <a:t>않음</a:t>
            </a:r>
            <a:br>
              <a:rPr dirty="0"/>
            </a:br>
            <a:r>
              <a:rPr dirty="0" err="1"/>
              <a:t>기대</a:t>
            </a:r>
            <a:r>
              <a:rPr dirty="0"/>
              <a:t>: </a:t>
            </a:r>
            <a:r>
              <a:rPr dirty="0" err="1"/>
              <a:t>입력</a:t>
            </a:r>
            <a:r>
              <a:rPr dirty="0"/>
              <a:t> 90 → A, 70 → C</a:t>
            </a:r>
            <a:br>
              <a:rPr dirty="0"/>
            </a:br>
            <a:r>
              <a:rPr dirty="0" err="1"/>
              <a:t>실제</a:t>
            </a:r>
            <a:r>
              <a:rPr dirty="0"/>
              <a:t>: </a:t>
            </a:r>
            <a:r>
              <a:rPr dirty="0" err="1"/>
              <a:t>입력</a:t>
            </a:r>
            <a:r>
              <a:rPr dirty="0"/>
              <a:t> 90 → C</a:t>
            </a:r>
            <a:br>
              <a:rPr dirty="0"/>
            </a:br>
            <a:r>
              <a:rPr dirty="0" err="1"/>
              <a:t>코드</a:t>
            </a:r>
            <a:r>
              <a:rPr dirty="0"/>
              <a:t>: (</a:t>
            </a:r>
            <a:r>
              <a:rPr dirty="0" err="1"/>
              <a:t>아래</a:t>
            </a:r>
            <a:r>
              <a:rPr dirty="0"/>
              <a:t> </a:t>
            </a:r>
            <a:r>
              <a:rPr dirty="0" err="1"/>
              <a:t>붙여넣기</a:t>
            </a:r>
            <a:r>
              <a:rPr dirty="0"/>
              <a:t>)</a:t>
            </a:r>
            <a:br>
              <a:rPr dirty="0"/>
            </a:br>
            <a:r>
              <a:rPr dirty="0" err="1"/>
              <a:t>요청</a:t>
            </a:r>
            <a:r>
              <a:rPr dirty="0"/>
              <a:t>: </a:t>
            </a:r>
            <a:r>
              <a:rPr dirty="0" err="1"/>
              <a:t>버그</a:t>
            </a:r>
            <a:r>
              <a:rPr dirty="0"/>
              <a:t> </a:t>
            </a:r>
            <a:r>
              <a:rPr dirty="0" err="1"/>
              <a:t>원인</a:t>
            </a:r>
            <a:r>
              <a:rPr dirty="0"/>
              <a:t> 1개 + </a:t>
            </a: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+ </a:t>
            </a:r>
            <a:r>
              <a:rPr dirty="0" err="1"/>
              <a:t>테스트</a:t>
            </a:r>
            <a:r>
              <a:rPr dirty="0"/>
              <a:t> 3개</a:t>
            </a:r>
            <a:br>
              <a:rPr dirty="0"/>
            </a:b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6858000" y="1581912"/>
            <a:ext cx="446501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5015" cy="1188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810512"/>
            <a:ext cx="382493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B1F3B"/>
                </a:solidFill>
                <a:latin typeface="Malgun Gothic"/>
              </a:rPr>
              <a:t>프롬프트 포인트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267712"/>
            <a:ext cx="3824935" cy="3840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/>
              <a:t>“</a:t>
            </a:r>
            <a:r>
              <a:rPr dirty="0" err="1"/>
              <a:t>기대</a:t>
            </a:r>
            <a:r>
              <a:rPr dirty="0"/>
              <a:t> vs </a:t>
            </a:r>
            <a:r>
              <a:rPr dirty="0" err="1"/>
              <a:t>실제”를</a:t>
            </a:r>
            <a:r>
              <a:rPr dirty="0"/>
              <a:t> </a:t>
            </a:r>
            <a:r>
              <a:rPr dirty="0" err="1"/>
              <a:t>적으면</a:t>
            </a:r>
            <a:r>
              <a:rPr dirty="0"/>
              <a:t> </a:t>
            </a:r>
            <a:r>
              <a:rPr dirty="0" err="1"/>
              <a:t>원인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</a:t>
            </a:r>
            <a:r>
              <a:rPr dirty="0" err="1"/>
              <a:t>쉬움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테스트를</a:t>
            </a:r>
            <a:r>
              <a:rPr dirty="0"/>
              <a:t> </a:t>
            </a:r>
            <a:r>
              <a:rPr dirty="0" err="1"/>
              <a:t>요구하면</a:t>
            </a:r>
            <a:r>
              <a:rPr dirty="0"/>
              <a:t> </a:t>
            </a:r>
            <a:r>
              <a:rPr dirty="0" err="1"/>
              <a:t>회귀</a:t>
            </a:r>
            <a:r>
              <a:rPr dirty="0"/>
              <a:t> </a:t>
            </a:r>
            <a:r>
              <a:rPr dirty="0" err="1"/>
              <a:t>버그를</a:t>
            </a:r>
            <a:r>
              <a:rPr dirty="0"/>
              <a:t> </a:t>
            </a:r>
            <a:r>
              <a:rPr dirty="0" err="1"/>
              <a:t>줄임</a:t>
            </a:r>
            <a:endParaRPr dirty="0"/>
          </a:p>
          <a:p>
            <a:pPr marL="304800" indent="-304800">
              <a:buFont typeface="Arial" panose="020B0604020202020204" pitchFamily="34" charset="0"/>
              <a:buChar char="•"/>
              <a:defRPr sz="18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수정</a:t>
            </a:r>
            <a:r>
              <a:rPr dirty="0"/>
              <a:t> </a:t>
            </a:r>
            <a:r>
              <a:rPr dirty="0" err="1"/>
              <a:t>이유를</a:t>
            </a:r>
            <a:r>
              <a:rPr dirty="0"/>
              <a:t> 1~2문장으로 </a:t>
            </a:r>
            <a:r>
              <a:rPr dirty="0" err="1"/>
              <a:t>설명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19/25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1: 성적 등급 계산기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입력</a:t>
            </a:r>
            <a:r>
              <a:rPr dirty="0"/>
              <a:t>: 0~100 </a:t>
            </a:r>
            <a:r>
              <a:rPr dirty="0" err="1"/>
              <a:t>점수</a:t>
            </a:r>
            <a:r>
              <a:rPr dirty="0"/>
              <a:t>(score)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: A(90~), B(80~), C(70~), D(60~), F(그 외)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추가</a:t>
            </a:r>
            <a:r>
              <a:rPr dirty="0"/>
              <a:t>: </a:t>
            </a:r>
            <a:r>
              <a:rPr dirty="0" err="1"/>
              <a:t>범위</a:t>
            </a:r>
            <a:r>
              <a:rPr dirty="0"/>
              <a:t> 밖 </a:t>
            </a:r>
            <a:r>
              <a:rPr dirty="0" err="1"/>
              <a:t>입력이면</a:t>
            </a:r>
            <a:r>
              <a:rPr dirty="0"/>
              <a:t> “</a:t>
            </a:r>
            <a:r>
              <a:rPr dirty="0" err="1"/>
              <a:t>입력</a:t>
            </a:r>
            <a:r>
              <a:rPr dirty="0"/>
              <a:t> </a:t>
            </a:r>
            <a:r>
              <a:rPr dirty="0" err="1"/>
              <a:t>오류</a:t>
            </a:r>
            <a:r>
              <a:rPr dirty="0"/>
              <a:t>” </a:t>
            </a:r>
            <a:r>
              <a:rPr dirty="0" err="1"/>
              <a:t>출력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</a:t>
            </a: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 5개를 </a:t>
            </a:r>
            <a:r>
              <a:rPr dirty="0" err="1"/>
              <a:t>먼저</a:t>
            </a:r>
            <a:r>
              <a:rPr dirty="0"/>
              <a:t> </a:t>
            </a:r>
            <a:r>
              <a:rPr dirty="0" err="1"/>
              <a:t>만들고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생성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20/25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2: 구구단 출력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입력</a:t>
            </a:r>
            <a:r>
              <a:rPr dirty="0"/>
              <a:t>: n(2~9)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: n×1부터 n×9까지 한 </a:t>
            </a:r>
            <a:r>
              <a:rPr dirty="0" err="1"/>
              <a:t>줄씩</a:t>
            </a:r>
            <a:r>
              <a:rPr dirty="0"/>
              <a:t> </a:t>
            </a:r>
            <a:r>
              <a:rPr dirty="0" err="1"/>
              <a:t>출력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팁: f-string </a:t>
            </a:r>
            <a:r>
              <a:rPr dirty="0" err="1"/>
              <a:t>사용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</a:t>
            </a: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형식</a:t>
            </a:r>
            <a:r>
              <a:rPr dirty="0"/>
              <a:t>(예: 3 x 2 = 6) </a:t>
            </a:r>
            <a:r>
              <a:rPr dirty="0" err="1"/>
              <a:t>지정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21/25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실습 3: 숫자 맞히기(while)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목표</a:t>
            </a:r>
            <a:r>
              <a:rPr dirty="0"/>
              <a:t>: </a:t>
            </a:r>
            <a:r>
              <a:rPr dirty="0" err="1"/>
              <a:t>정답</a:t>
            </a:r>
            <a:r>
              <a:rPr dirty="0"/>
              <a:t> </a:t>
            </a:r>
            <a:r>
              <a:rPr dirty="0" err="1"/>
              <a:t>숫자</a:t>
            </a:r>
            <a:r>
              <a:rPr dirty="0"/>
              <a:t>(예: 7)를 </a:t>
            </a:r>
            <a:r>
              <a:rPr dirty="0" err="1"/>
              <a:t>맞힐</a:t>
            </a:r>
            <a:r>
              <a:rPr dirty="0"/>
              <a:t> </a:t>
            </a:r>
            <a:r>
              <a:rPr dirty="0" err="1"/>
              <a:t>때까지</a:t>
            </a:r>
            <a:r>
              <a:rPr dirty="0"/>
              <a:t>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입력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힌트</a:t>
            </a:r>
            <a:r>
              <a:rPr dirty="0"/>
              <a:t>: </a:t>
            </a:r>
            <a:r>
              <a:rPr dirty="0" err="1"/>
              <a:t>작으면</a:t>
            </a:r>
            <a:r>
              <a:rPr dirty="0"/>
              <a:t> “UP”, </a:t>
            </a:r>
            <a:r>
              <a:rPr dirty="0" err="1"/>
              <a:t>크면</a:t>
            </a:r>
            <a:r>
              <a:rPr dirty="0"/>
              <a:t> “DOWN”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추가</a:t>
            </a:r>
            <a:r>
              <a:rPr dirty="0"/>
              <a:t>: </a:t>
            </a:r>
            <a:r>
              <a:rPr dirty="0" err="1"/>
              <a:t>시도</a:t>
            </a:r>
            <a:r>
              <a:rPr dirty="0"/>
              <a:t> </a:t>
            </a:r>
            <a:r>
              <a:rPr dirty="0" err="1"/>
              <a:t>횟수</a:t>
            </a:r>
            <a:r>
              <a:rPr dirty="0"/>
              <a:t> </a:t>
            </a:r>
            <a:r>
              <a:rPr dirty="0" err="1"/>
              <a:t>카운트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LLM </a:t>
            </a:r>
            <a:r>
              <a:rPr dirty="0" err="1"/>
              <a:t>활용</a:t>
            </a:r>
            <a:r>
              <a:rPr dirty="0"/>
              <a:t>: “</a:t>
            </a:r>
            <a:r>
              <a:rPr dirty="0" err="1"/>
              <a:t>무한루프</a:t>
            </a:r>
            <a:r>
              <a:rPr dirty="0"/>
              <a:t> </a:t>
            </a:r>
            <a:r>
              <a:rPr dirty="0" err="1"/>
              <a:t>방지</a:t>
            </a:r>
            <a:r>
              <a:rPr dirty="0"/>
              <a:t> </a:t>
            </a:r>
            <a:r>
              <a:rPr dirty="0" err="1"/>
              <a:t>조건”을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설계해달라고</a:t>
            </a:r>
            <a:r>
              <a:rPr dirty="0"/>
              <a:t> </a:t>
            </a:r>
            <a:r>
              <a:rPr dirty="0" err="1"/>
              <a:t>요청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22/25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AI 답변 검증(테스트 중심)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테스트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 </a:t>
            </a:r>
            <a:r>
              <a:rPr dirty="0" err="1"/>
              <a:t>최소</a:t>
            </a:r>
            <a:r>
              <a:rPr dirty="0"/>
              <a:t> 5개 </a:t>
            </a:r>
            <a:r>
              <a:rPr dirty="0" err="1"/>
              <a:t>만들기</a:t>
            </a:r>
            <a:r>
              <a:rPr dirty="0"/>
              <a:t>(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경계</a:t>
            </a:r>
            <a:r>
              <a:rPr dirty="0"/>
              <a:t>/</a:t>
            </a:r>
            <a:r>
              <a:rPr dirty="0" err="1"/>
              <a:t>이상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경계값</a:t>
            </a:r>
            <a:r>
              <a:rPr dirty="0"/>
              <a:t>: 59/60/69/70/79/80/89/90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반복문은</a:t>
            </a:r>
            <a:r>
              <a:rPr dirty="0"/>
              <a:t> “</a:t>
            </a:r>
            <a:r>
              <a:rPr dirty="0" err="1"/>
              <a:t>종료</a:t>
            </a:r>
            <a:r>
              <a:rPr dirty="0"/>
              <a:t> </a:t>
            </a:r>
            <a:r>
              <a:rPr dirty="0" err="1"/>
              <a:t>조건”을</a:t>
            </a:r>
            <a:r>
              <a:rPr dirty="0"/>
              <a:t> </a:t>
            </a:r>
            <a:r>
              <a:rPr dirty="0" err="1"/>
              <a:t>반드시</a:t>
            </a:r>
            <a:r>
              <a:rPr dirty="0"/>
              <a:t> </a:t>
            </a:r>
            <a:r>
              <a:rPr dirty="0" err="1"/>
              <a:t>점검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출력</a:t>
            </a:r>
            <a:r>
              <a:rPr dirty="0"/>
              <a:t> </a:t>
            </a:r>
            <a:r>
              <a:rPr dirty="0" err="1"/>
              <a:t>형식이</a:t>
            </a:r>
            <a:r>
              <a:rPr dirty="0"/>
              <a:t> </a:t>
            </a: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요구와</a:t>
            </a:r>
            <a:r>
              <a:rPr dirty="0"/>
              <a:t> </a:t>
            </a:r>
            <a:r>
              <a:rPr dirty="0" err="1"/>
              <a:t>정확히</a:t>
            </a:r>
            <a:r>
              <a:rPr dirty="0"/>
              <a:t> </a:t>
            </a:r>
            <a:r>
              <a:rPr dirty="0" err="1"/>
              <a:t>일치하는지</a:t>
            </a:r>
            <a:r>
              <a:rPr dirty="0"/>
              <a:t> </a:t>
            </a:r>
            <a:r>
              <a:rPr dirty="0" err="1"/>
              <a:t>확인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23/25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미니 퀴즈(5문항)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if </a:t>
            </a:r>
            <a:r>
              <a:rPr dirty="0" err="1"/>
              <a:t>블록을</a:t>
            </a:r>
            <a:r>
              <a:rPr dirty="0"/>
              <a:t> </a:t>
            </a:r>
            <a:r>
              <a:rPr dirty="0" err="1"/>
              <a:t>결정하는</a:t>
            </a:r>
            <a:r>
              <a:rPr dirty="0"/>
              <a:t> </a:t>
            </a:r>
            <a:r>
              <a:rPr dirty="0" err="1"/>
              <a:t>것은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range(1, 6)이 </a:t>
            </a:r>
            <a:r>
              <a:rPr dirty="0" err="1"/>
              <a:t>만드는</a:t>
            </a:r>
            <a:r>
              <a:rPr dirty="0"/>
              <a:t> </a:t>
            </a:r>
            <a:r>
              <a:rPr dirty="0" err="1"/>
              <a:t>수는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while에서</a:t>
            </a:r>
            <a:r>
              <a:rPr dirty="0"/>
              <a:t> </a:t>
            </a:r>
            <a:r>
              <a:rPr dirty="0" err="1"/>
              <a:t>무한루프가</a:t>
            </a:r>
            <a:r>
              <a:rPr dirty="0"/>
              <a:t> </a:t>
            </a:r>
            <a:r>
              <a:rPr dirty="0" err="1"/>
              <a:t>되는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흔한</a:t>
            </a:r>
            <a:r>
              <a:rPr dirty="0"/>
              <a:t> </a:t>
            </a:r>
            <a:r>
              <a:rPr dirty="0" err="1"/>
              <a:t>이유는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</a:t>
            </a:r>
            <a:r>
              <a:rPr dirty="0" err="1"/>
              <a:t>break와</a:t>
            </a:r>
            <a:r>
              <a:rPr dirty="0"/>
              <a:t> </a:t>
            </a:r>
            <a:r>
              <a:rPr dirty="0" err="1"/>
              <a:t>continue의</a:t>
            </a:r>
            <a:r>
              <a:rPr dirty="0"/>
              <a:t> </a:t>
            </a:r>
            <a:r>
              <a:rPr dirty="0" err="1"/>
              <a:t>차이는</a:t>
            </a:r>
            <a:r>
              <a:rPr dirty="0"/>
              <a:t>?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</a:t>
            </a:r>
            <a:r>
              <a:rPr dirty="0" err="1"/>
              <a:t>조건식에서</a:t>
            </a:r>
            <a:r>
              <a:rPr dirty="0"/>
              <a:t> == 와 = 의 </a:t>
            </a:r>
            <a:r>
              <a:rPr dirty="0" err="1"/>
              <a:t>차이는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24/25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과제/연습문제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기본</a:t>
            </a:r>
            <a:r>
              <a:rPr dirty="0"/>
              <a:t>: “</a:t>
            </a:r>
            <a:r>
              <a:rPr dirty="0" err="1"/>
              <a:t>성적</a:t>
            </a:r>
            <a:r>
              <a:rPr dirty="0"/>
              <a:t> </a:t>
            </a:r>
            <a:r>
              <a:rPr dirty="0" err="1"/>
              <a:t>등급</a:t>
            </a:r>
            <a:r>
              <a:rPr dirty="0"/>
              <a:t> </a:t>
            </a:r>
            <a:r>
              <a:rPr dirty="0" err="1"/>
              <a:t>계산기</a:t>
            </a:r>
            <a:r>
              <a:rPr dirty="0"/>
              <a:t>” </a:t>
            </a:r>
            <a:r>
              <a:rPr dirty="0" err="1"/>
              <a:t>완성</a:t>
            </a:r>
            <a:r>
              <a:rPr dirty="0"/>
              <a:t> + </a:t>
            </a:r>
            <a:r>
              <a:rPr dirty="0" err="1"/>
              <a:t>테스트</a:t>
            </a:r>
            <a:r>
              <a:rPr dirty="0"/>
              <a:t> 10개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도전</a:t>
            </a:r>
            <a:r>
              <a:rPr dirty="0"/>
              <a:t>: 1~100 </a:t>
            </a:r>
            <a:r>
              <a:rPr dirty="0" err="1"/>
              <a:t>사이에서</a:t>
            </a:r>
            <a:r>
              <a:rPr dirty="0"/>
              <a:t> </a:t>
            </a:r>
            <a:r>
              <a:rPr dirty="0" err="1"/>
              <a:t>소수</a:t>
            </a:r>
            <a:r>
              <a:rPr dirty="0"/>
              <a:t>(prime)만 </a:t>
            </a:r>
            <a:r>
              <a:rPr dirty="0" err="1"/>
              <a:t>출력하기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제출</a:t>
            </a:r>
            <a:r>
              <a:rPr dirty="0"/>
              <a:t>: .</a:t>
            </a:r>
            <a:r>
              <a:rPr dirty="0" err="1"/>
              <a:t>py</a:t>
            </a:r>
            <a:r>
              <a:rPr dirty="0"/>
              <a:t> 1개 + </a:t>
            </a:r>
            <a:r>
              <a:rPr dirty="0" err="1"/>
              <a:t>실행</a:t>
            </a:r>
            <a:r>
              <a:rPr dirty="0"/>
              <a:t> </a:t>
            </a:r>
            <a:r>
              <a:rPr dirty="0" err="1"/>
              <a:t>결과</a:t>
            </a:r>
            <a:r>
              <a:rPr dirty="0"/>
              <a:t> </a:t>
            </a:r>
            <a:r>
              <a:rPr dirty="0" err="1"/>
              <a:t>캡처</a:t>
            </a:r>
            <a:r>
              <a:rPr dirty="0"/>
              <a:t> 1장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/>
              <a:t>AI </a:t>
            </a:r>
            <a:r>
              <a:rPr dirty="0" err="1"/>
              <a:t>사용</a:t>
            </a:r>
            <a:r>
              <a:rPr dirty="0"/>
              <a:t> 시: </a:t>
            </a:r>
            <a:r>
              <a:rPr dirty="0" err="1"/>
              <a:t>사용</a:t>
            </a:r>
            <a:r>
              <a:rPr dirty="0"/>
              <a:t> </a:t>
            </a:r>
            <a:r>
              <a:rPr dirty="0" err="1"/>
              <a:t>프롬프트와</a:t>
            </a:r>
            <a:r>
              <a:rPr dirty="0"/>
              <a:t> </a:t>
            </a:r>
            <a:r>
              <a:rPr dirty="0" err="1"/>
              <a:t>수정한</a:t>
            </a:r>
            <a:r>
              <a:rPr dirty="0"/>
              <a:t> </a:t>
            </a:r>
            <a:r>
              <a:rPr dirty="0" err="1"/>
              <a:t>부분을</a:t>
            </a:r>
            <a:r>
              <a:rPr dirty="0"/>
              <a:t> </a:t>
            </a:r>
            <a:r>
              <a:rPr dirty="0" err="1"/>
              <a:t>주석으로</a:t>
            </a:r>
            <a:r>
              <a:rPr dirty="0"/>
              <a:t> </a:t>
            </a:r>
            <a:r>
              <a:rPr dirty="0" err="1"/>
              <a:t>기록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128016"/>
            <a:ext cx="5486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AI활용프로그래밍</a:t>
            </a:r>
          </a:p>
        </p:txBody>
      </p:sp>
      <p:sp>
        <p:nvSpPr>
          <p:cNvPr id="4" name="Rectangle 3"/>
          <p:cNvSpPr/>
          <p:nvPr/>
        </p:nvSpPr>
        <p:spPr>
          <a:xfrm>
            <a:off x="9265615" y="128016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74375" y="6620256"/>
            <a:ext cx="91440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algun Gothic"/>
              </a:rPr>
              <a:t>25/25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758952"/>
            <a:ext cx="10820095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1F3B"/>
                </a:solidFill>
                <a:latin typeface="Malgun Gothic"/>
              </a:rPr>
              <a:t>요약 &amp; 다음 주 예고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54335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280160" y="1901952"/>
            <a:ext cx="9631375" cy="4114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오늘</a:t>
            </a:r>
            <a:r>
              <a:rPr dirty="0"/>
              <a:t>: if/for/while + </a:t>
            </a:r>
            <a:r>
              <a:rPr dirty="0" err="1"/>
              <a:t>반복</a:t>
            </a:r>
            <a:r>
              <a:rPr dirty="0"/>
              <a:t> </a:t>
            </a:r>
            <a:r>
              <a:rPr dirty="0" err="1"/>
              <a:t>패턴</a:t>
            </a:r>
            <a:r>
              <a:rPr dirty="0"/>
              <a:t>(</a:t>
            </a:r>
            <a:r>
              <a:rPr dirty="0" err="1"/>
              <a:t>누적</a:t>
            </a:r>
            <a:r>
              <a:rPr dirty="0"/>
              <a:t>/</a:t>
            </a:r>
            <a:r>
              <a:rPr dirty="0" err="1"/>
              <a:t>최대</a:t>
            </a:r>
            <a:r>
              <a:rPr dirty="0"/>
              <a:t>/</a:t>
            </a:r>
            <a:r>
              <a:rPr dirty="0" err="1"/>
              <a:t>카운트</a:t>
            </a:r>
            <a:r>
              <a:rPr dirty="0"/>
              <a:t>)</a:t>
            </a:r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핵심</a:t>
            </a:r>
            <a:r>
              <a:rPr dirty="0"/>
              <a:t>: “</a:t>
            </a:r>
            <a:r>
              <a:rPr dirty="0" err="1"/>
              <a:t>조건</a:t>
            </a:r>
            <a:r>
              <a:rPr dirty="0"/>
              <a:t>(</a:t>
            </a:r>
            <a:r>
              <a:rPr dirty="0" err="1"/>
              <a:t>논리</a:t>
            </a:r>
            <a:r>
              <a:rPr dirty="0"/>
              <a:t>) + </a:t>
            </a:r>
            <a:r>
              <a:rPr dirty="0" err="1"/>
              <a:t>반복</a:t>
            </a:r>
            <a:r>
              <a:rPr dirty="0"/>
              <a:t>(</a:t>
            </a:r>
            <a:r>
              <a:rPr dirty="0" err="1"/>
              <a:t>규칙</a:t>
            </a:r>
            <a:r>
              <a:rPr dirty="0"/>
              <a:t>)” </a:t>
            </a:r>
            <a:r>
              <a:rPr dirty="0" err="1"/>
              <a:t>조합으로</a:t>
            </a:r>
            <a:r>
              <a:rPr dirty="0"/>
              <a:t> </a:t>
            </a: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해결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다음</a:t>
            </a:r>
            <a:r>
              <a:rPr dirty="0"/>
              <a:t> 주(Week 5): </a:t>
            </a:r>
            <a:r>
              <a:rPr dirty="0" err="1"/>
              <a:t>함수와</a:t>
            </a:r>
            <a:r>
              <a:rPr dirty="0"/>
              <a:t> </a:t>
            </a:r>
            <a:r>
              <a:rPr dirty="0" err="1"/>
              <a:t>라이브러리로</a:t>
            </a:r>
            <a:r>
              <a:rPr dirty="0"/>
              <a:t> </a:t>
            </a:r>
            <a:r>
              <a:rPr dirty="0" err="1"/>
              <a:t>코드를</a:t>
            </a:r>
            <a:r>
              <a:rPr dirty="0"/>
              <a:t> </a:t>
            </a:r>
            <a:r>
              <a:rPr dirty="0" err="1"/>
              <a:t>재사용</a:t>
            </a:r>
            <a:r>
              <a:rPr dirty="0"/>
              <a:t> </a:t>
            </a:r>
            <a:r>
              <a:rPr dirty="0" err="1"/>
              <a:t>가능하게</a:t>
            </a:r>
            <a:endParaRPr dirty="0"/>
          </a:p>
          <a:p>
            <a:pPr marL="355600" indent="-355600">
              <a:buFont typeface="Arial" panose="020B0604020202020204" pitchFamily="34" charset="0"/>
              <a:buChar char="•"/>
              <a:defRPr sz="220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예고</a:t>
            </a:r>
            <a:r>
              <a:rPr dirty="0"/>
              <a:t>: </a:t>
            </a:r>
            <a:r>
              <a:rPr dirty="0" err="1"/>
              <a:t>함수</a:t>
            </a:r>
            <a:r>
              <a:rPr dirty="0"/>
              <a:t> </a:t>
            </a:r>
            <a:r>
              <a:rPr dirty="0" err="1"/>
              <a:t>설계</a:t>
            </a:r>
            <a:r>
              <a:rPr dirty="0"/>
              <a:t> → </a:t>
            </a:r>
            <a:r>
              <a:rPr dirty="0" err="1"/>
              <a:t>AI로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/</a:t>
            </a:r>
            <a:r>
              <a:rPr dirty="0" err="1"/>
              <a:t>리팩터링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1449</Words>
  <Application>Microsoft Office PowerPoint</Application>
  <PresentationFormat>와이드스크린</PresentationFormat>
  <Paragraphs>198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이영호</cp:lastModifiedBy>
  <cp:revision>1</cp:revision>
  <dcterms:created xsi:type="dcterms:W3CDTF">2013-01-27T09:14:16Z</dcterms:created>
  <dcterms:modified xsi:type="dcterms:W3CDTF">2026-02-20T11:17:08Z</dcterms:modified>
  <cp:category/>
</cp:coreProperties>
</file>