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14. 프로젝트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내가 만든 것을 보여주고 · 설명하고 · 피드백 받기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이번 주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내가 만든 프로그램을 3~5분 안에 설명한다.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무엇을 왜 만들었는지 말로 풀어낸다.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AI를 어디에 어떻게 썼는지 밝힌다.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피드백을 받아 최종본을 다듬는다.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진행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발표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안내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발표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3~5분 +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질문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1~2분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동료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피드백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적기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개선점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2개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이상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제출물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점검과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안내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제출물은 노트북 하나입니다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 노트북 하나에 전부 담습니다.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설명과 코드와 실행 결과가 이미 함께 들어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화면 캡처를 따로 낼 필요가 없습니다.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공유 링크 또는 .ipynb 다운로드입니다.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실행한 결과가 남아 있는 채로 저장해 주세요.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노트북에 들어갈 것 다섯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제목과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한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소개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만들었는지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문제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정의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결과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어떤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경우에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잘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되는지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AI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활용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기록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노트북 맨 위 소개 칸 템플릿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프로젝트 제목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## 한 줄 소개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## 왜 만들었나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어떤 불편을 풀고 싶었는지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## 무엇을 할 수 있나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기능 1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기능 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## 어떻게 쓰나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위에서부터 셀을 실행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## AI 활용 기록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(아래 형식으로)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노트북 첫 칸을 텍스트 칸으로 만들어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예전 README 를 대신하는 자리입니다.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'왜 만들었나'가 가장 중요합니다.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읽는 사람이 실행해 볼 수 있게 씁니다.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발표에서 꼭 보여줄 것 다섯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풀려고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했는가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실제로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돌아가는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모습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기능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하나면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충분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마음에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드는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부분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한 곳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잘 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경우와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어떻게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막았는지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AI를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어디에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썼고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고쳤는지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발표 시간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3~5분 기준 — 설명 60초, 시연 60초, 정리 30초.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시연은 핵심 기능 하나만 확실히 보여도 충분합니다.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 보여주려다 시간이 넘고 오류가 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슬라이드가 없어도 순서만 지키면 잘 전달됩니다.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발표 순서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①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제목과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한 줄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소개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②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기능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개를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목록으로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③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시연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넣으면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나오는지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④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이야기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어떤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도구를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썼는지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⑤ AI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활용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기록과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배운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시연 준비 팁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넣을 값을 미리 정해 두세요. 즉석은 실패합니다.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출력에 안내 문구를 넣으면 보기 좋습니다.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오류가 나도 당황하지 마세요.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왜 났고 어떻게 고칠지 말하면 그것도 점수입니다.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시연 실패를 줄이는 점검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[런타임] → [모두 실행] 이 처음부터 끝까지 되는가?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읽어 오는 파일이 드라이브에 남아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세션이 끊겼다 다시 켜도 되는가?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13주차 배경 작업이 아직 돌고 있지 않은가?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무작위 요소가 있으면 seed 를 고정했는가?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활용 기록 쓰는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프롬프트 — AI에게 무엇을 어떻게 물었는가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요약 — 받은 답의 핵심이 무엇이었는가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반영 — 내 코드에 어떻게 고쳐 넣었는가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검증 — 직접 실행해 무엇을 확인했는가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'그대로 붙여넣기'가 아니라 '이해하고 반영'입니다.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활용 기록 템플릿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## AI 활용 기록 1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**프롬프트**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&gt; 평균 내는 코드를 주고,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&gt; 각 줄을 설명해 줘.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**받은 답 요약**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sum 과 len 을 쓰라고 함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**내가 고친 것**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열 이름을 score 로 바꿈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빈 목록일 때를 막음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**검증**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직접 실행해 71.6 확인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빈 목록으로도 실행해 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노트북 맨 아래에 텍스트 칸으로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쓴 만큼 적습니다. 한 개도 괜찮습니다.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'내가 고친 것'이 비어 있으면 곤란합니다.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검증은 숫자나 결과로 적어야 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AI를 쓰고 밝히는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AI가 만든 코드를 그대로 내면 내 실력이 안 보입니다.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프롬프트와 고친 내용을 적으면 배운 것이 보입니다.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다른 자료를 참고했으면 출처를 남깁니다.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AI와 함께 만들되 최종 책임은 만든 사람에게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평가에서 보는 것 (예시)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기능이 실제로 도는가 — 40%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생각이 담겨 있는가 — 20%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코드가 읽히는가 (이름·주석) — 20%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잘 안 되는 경우를 막았는가 — 10%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활용 기록과 설명 — 10%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※ 실제 배점은 수업 공지를 따릅니다.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마지막 코드 정리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이름만 보고 무엇인지 알 수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같은 코드가 여러 번 나오지 않는가?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이상한 값이 들어와도 죽지 않는가?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출력이 사람이 읽기 좋은가?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위에서부터 실행하면 한 번에 되는가?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주제 고르기 (참고)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글자로 하는 게임 — 퀴즈, 반응 속도, 미니 RPG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기록 관리 — 할 일, 가계부, 성적 (파일 저장 포함)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간단 분석 — 표 읽기 → 골라내기 → 그래프 → 요약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내가 자주 하는 일을 대신 해 주는 프로그램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웹에서 자료를 긁는 것은 수업 지침을 먼저 확인하세요.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분석 주제 예시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타이타닉 — 어떤 무리가 많이 살아남았나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넷플릭스 — 해가 갈수록 작품이 늘었나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월드컵 — 개최국이 정말 유리한가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수업 데이터 — 공부 시간과 점수는 함께 움직이나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표를 읽고, 골라내고, 그려서, 한 문장으로 답하면 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이번 주 쓰는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아이디어를 넓히는 데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잘 안 될 경우를 미리 찾아내는 데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발표 대본을 다듬는 데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단, 받은 것을 그대로 쓰지 않고 골라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쓴 것은 전부 기록에 남깁니다.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(아이디어 넓히기)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제 프로젝트 아이디어예요: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[여기에 두세 줄로 적기]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저는 파이썬을 한 학기 배운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비전공 학생입니다.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배운 것: 조건문, 반복문, 함수,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리스트, 딕셔너리, 파일,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pandas, 그래프.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이 아이디어를 더 또렷한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요구사항으로 바꿔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추가 기능을 쉬운 것부터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3개 제안해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배운 것만으로 되는지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알려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내가 배운 범위를 알려 줘야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안 그러면 못 쓸 도구를 추천받습니다.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추가 기능은 쉬운 것부터 받습니다.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제안 중 내가 이해한 것만 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(안 될 경우 찾기)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397763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3428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제 프로그램이 하는 일이에요: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[기능과 입력 형식을 적기]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어떤 입력에서 잘못될 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있는지 8가지 알려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각각 어떤 결과가 나올지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같이 적어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그중 제가 꼭 막아야 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3개를 골라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※ 받은 목록을 그대로 믿지 말고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하나씩 직접 넣어 보세요.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빈 값, 0, 아주 큰 값, 글자 대신 숫자.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여기서 찾은 것을 발표에서 말하면 좋습니다.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여덟 개를 다 막을 필요는 없습니다.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세 개만 골라 막고 나머지는 적어 두세요.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엣지 케이스(edge case) — 잘 안 될 것 같은 드문 경우. 빈 값이나 0처럼 가장자리에 있는 입력입니다.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(1분 발표 대본)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제 프로젝트를 1분 발표로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정리하려고 합니다.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[프로젝트 요약]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(다섯 줄로 적기)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구성: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무엇을 풀려고 했나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핵심 기능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시연에서 볼 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④ 배운 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조건: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말로 읽어 1분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어려운 말 없이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- 과장하지 말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짧은 대본이 있으면 발표가 안정됩니다.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시연이 실패해도 말로 넘길 수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받은 대본을 내 말투로 고쳐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'과장하지 말 것'을 꼭 넣습니다.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실습. 10분 리허설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1분 설명을 말로 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시연을 30초 안에 끝내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받을 것 같은 질문 하나에 답해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고칠 점 하나를 적습니다.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시간 안에 끝나고 고칠 점을 하나 적었습니다.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리허설 순서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0:00  제목 + 한 줄 소개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0:10  왜 만들었나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0:30  기능 세 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1:00  시연 시작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1:30  시연 끝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2:00  AI 활용 기록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2:30  배운 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3:00  끝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─────────────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고칠 점: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예상 질문: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내 답: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동료 피드백 적는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좋았던 점 하나 — 구체적으로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더 좋아질 점 한둘 — 방법까지 적으면 좋습니다.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'이런 값을 넣으면 어떻게 되나요?' 하나.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활용 기록이 또렷했는지 확인합니다.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사람이 아니라 프로그램에 대해 적습니다.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자주 받는 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왜 이 주제를 골랐나요?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가장 오래 붙잡았던 오류는 무엇이었나요?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AI를 어디에 썼고 무엇을 고쳤나요?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어떤 입력에서 잘 안 되나요?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다음에 더 만든다면 무엇을 넣고 싶나요?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발표 직전 마지막 점검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[모두 실행] 이 처음부터 끝까지 되는가?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노트북 맨 위 소개 칸을 채웠는가?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활용 기록을 하나 이상 적었는가?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공유 링크 권한을 바꿔 두었는가?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3~5분 안에 끝나는지 한 번 재 봤는가?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기말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발표는 기능만이 아니라 과정과 설명이 함께입니다.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노트북 하나에 설명·코드·결과·기록을 담습니다.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피드백을 반영해 최종본을 다듬어 주세요.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주는 기말입니다. 범위는 1~13주입니다.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Queue 와 Event 는 시험에 나오지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1654</Words>
  <Application>Microsoft Office PowerPoint</Application>
  <PresentationFormat>와이드스크린</PresentationFormat>
  <Paragraphs>348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2</cp:revision>
  <dcterms:created xsi:type="dcterms:W3CDTF">2013-01-27T09:14:16Z</dcterms:created>
  <dcterms:modified xsi:type="dcterms:W3CDTF">2026-08-31T05:52:56Z</dcterms:modified>
  <cp:category/>
</cp:coreProperties>
</file>