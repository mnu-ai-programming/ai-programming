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15. 기말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시험 범위 · 핵심 요약 · 연습 문제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시험 범위와 형식을 정확히 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9~14주 핵심을 한 장씩 되짚는다.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연습 문제로 손을 풀어 본다.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시험 전 준비와 시험 중 규칙을 구분한다.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시험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범위와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규칙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주차별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핵심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요약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연습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자주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실수와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시간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관리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질문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받기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기말시험 안내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평가 방식과 시간은 담당 교원 공지를 따릅니다.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나오는 것 — 표 읽기, 골라내기, 그래프, 파일 저장.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쓰레드는 기본까지만 나옵니다.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프로젝트 코드를 다시 보는 것이 가장 좋은 복습입니다.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시험 규칙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허용·금지 사항은 담당 교원 공지를 따릅니다.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시험 중 AI 사용은 제한될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부정행위는 학칙에 따릅니다.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시험 전에는 AI로 연습하되, 코드를 반드시 이해하세요.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시험 범위 (9~14주)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9주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다루기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텍스트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CSV · JSON)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10주 — 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데이터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(pandas · NumPy)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11주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그리기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12주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골라내고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13주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여러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일을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동시에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기본까지만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14주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프로젝트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설계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기록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발표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시험 전 코랩 점검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코랩에 로그인이 되는지 미리 확인합니다.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그래프에 한글이 나오는지 확인합니다 (11주 준비 칸).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raw 주소로 데이터가 읽히는지 확인합니다.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파일을 저장했다가 다시 읽어 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설치할 것은 없습니다. 브라우저와 계정이면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핵심 요약 — 파일 다루기 (9주)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with open(...) 으로 열면 알아서 닫힙니다.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'r' 읽기 · 'w' 쓰기(지우고 새로) · 'a' 이어 쓰기.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encoding='utf-8' 을 항상 붙입니다.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없는 파일은 try / except FileNotFoundError 로 막습니다.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JSON 은 json.dump 로 저장하고 json.load 로 읽습니다.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핵심 요약 — 표 데이터 (10주)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read_csv 로 읽고 head() 로 앞부분을 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shape 는 (줄 수, 열 수) 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열 하나는 df['이름'], 여러 개는 df[['a','b']].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빠진 값은 isna().sum() 으로 세고 채우거나 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mean() 과 value_counts() 로 요약합니다.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핵심 요약 — 그래프 (11주)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그리기 → 꾸미기 → 보여주기 순서입니다.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선 plot · 막대 bar · 분포 hist · 관계 scatter.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title · xlabel · ylabel · legend 를 꼭 넣습니다.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savefig 는 show 보다 먼저 부릅니다.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그리기까지가 절반, 읽어 내야 완성입니다.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핵심 요약 — 골라내고 줄 세우기 (12주)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조건은 줄마다 참·거짓을 답한 목록입니다.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 두 개는 &amp; 와 | 로 잇고 각각 괄호로 묶습니다.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and 와 or 는 여기서 쓸 수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sort_values(ascending=False) 와 head(n).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골라내기 → 줄 세우기 → 요약까지가 한 흐름입니다.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핵심 요약 — 여러 일을 동시에 (13주)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Thread(target=일) 을 만들고 start() 로 시작합니다.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join() 으로 끝날 때까지 기다립니다.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끝내는 조건을 반드시 넣습니다.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같이 고치는 값은 with lock: 으로 지킵니다.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Queue 와 Event 는 시험에 나오지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쓰레드(thread) — 프로그램 안에서 따로 도는 일꾼 하나. 13주차에 배운 그것입니다.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핵심 요약 — 프로젝트 (14주)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기능만이 아니라 설명과 검증까지가 결과물입니다.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노트북 하나에 설명 · 코드 · 결과를 담습니다.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활용 기록 — 프롬프트 · 요약 · 반영 · 검증.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'내가 고친 것'이 비어 있으면 안 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자주 하는 실수 열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KeyError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 · 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괄호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빠뜨림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and 를 &amp;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대신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씀 · 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그냥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계산함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제목·축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6) show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뒤에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저장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7)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head 를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붙임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8)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쓰레드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종료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9) encoding 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빠뜨려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한글이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깨짐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10)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저장만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확인하지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않음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시험 전 AI로 공부하는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'시험처럼 문제 5개를 해설과 함께 만들어 줘'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'내 풀이를 채점하고 어디가 아쉬운지 알려 줘'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'이 코드가 잘 안 될 경우를 3가지 알려 줘'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받은 문제는 반드시 직접 손으로 풀어 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시험 중 규칙은 담당 교원 공지를 따릅니다.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(연습 문제 만들기)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저는 파이썬을 한 학기 배운 비전공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학생입니다.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배운 것: 파일 읽고 쓰기, pandas,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골라내기와 줄 세우기,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그래프 그리기, 쓰레드 기본.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이 범위로 연습 문제를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5개 만들어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정답과 해설도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해설은 한 줄씩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무엇을 하는지 적어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④ 배운 것 밖의 도구는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쓰지 말아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배운 범위를 적어야 못 쓸 도구가 안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정답만 받지 말고 해설을 함께 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받은 문제는 직접 손으로 풀어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풀고 나서 채점을 부탁하면 더 좋습니다.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 문제 — 이론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Q) 두 조건을 함께 걸 때 맞는 것은?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A) df[(a &gt; 0) and (b &gt; 0)]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B) df[(a &gt; 0) &amp; (b &gt; 0)]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C) df[a &gt; 0 &amp; b &gt; 0]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정답: B — &amp; 를 쓰고 각 조건을 괄호로 묶습니다.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 실기 1. 평균과 최고점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print(round(df["score"].mean(), 1))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print(df.nlargest(1, "score"))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81.7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     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mean() 으로 평균을 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round 로 소수점 자리를 줄입니다.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최고점은 nlargest(1, 열이름) 이 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출력 형식을 문제가 시킨 대로 맞춥니다.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 실기 2. 골라내고 상위 두 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high = df[df["score"] &gt;= 80]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print(high.nlargest(2, "score"))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     90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먼저 조건으로 골라내고 이름을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그다음 위에서 몇 개를 뽑습니다.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sort_values 뒤에 head(2) 를 붙여도 같습니다.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중간에 출력해 보면 확인이 쉽습니다.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 실기 3. 그래프 그려 저장하기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x = [1, 2, 3, 4]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y = [10, 20, 15, 25]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plt.plot(x, y, marker="o")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plt.title("연습 그래프")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plt.xlabel("x")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plt.ylabel("y")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plt.savefig("out.png", dpi=150)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제목과 축 이름이 없으면 점수가 깎입니다.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savefig 를 show 보다 먼저 부릅니다.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한글 제목을 쓰려면 준비 칸을 먼저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저장한 파일은 내려받아 두세요.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 실기 4. JSON으로 저장하기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result = {"avg": 82.5, "top": "김민수"}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 = "report.json"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open(p, "w",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json.dump(result, f, ensure_ascii=False)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with open(p, encoding="utf-8") as f: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print(json.load(f))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{'avg': 82.5, 'top': '김민수'}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dump 는 저장, load 는 불러오기입니다.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ensure_ascii=False 가 없으면 한글이 깨져 보입니다.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저장만 하지 말고 다시 읽어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코랩 파일이니 필요하면 내려받습니다.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 문제 — 오류 고치기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print(df[df["score"] &gt;= 80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and df["score"] &lt; 90])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ValueError: The truth value of a Series is ambiguous. Use a.empty, a.bool(), a.item(), a.any() or a.all().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빨간 글씨의 마지막 줄부터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ambiguous 는 '어느 쪽인지 알 수 없다'입니다.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and 를 &amp; 로 바꾸고 각 조건을 괄호로 묶습니다.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시험에서 가장 자주 나오는 오류입니다.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시간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요구사항을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하나씩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쪼개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적습니다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데이터를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head() 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먼저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확인합니다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핵심부터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형식은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나중에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다듬습니다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두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넣어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확인합니다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lang="en-US" sz="220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막히면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문제로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갔다가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돌아오세요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실전 점검표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열 이름을 df.columns 로 확인했는가?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조건마다 괄호를 씌웠는가?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그래프에 제목과 축 이름을 넣었는가?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저장한 파일을 다시 읽어 확인했는가?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위에서부터 한 번에 실행되는가?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막혔을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빨간 글씨의 마지막 줄을 먼저 읽습니다.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직전에 고친 한 줄을 되돌려 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중간에 print 를 넣어 값을 확인합니다.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[런타임] → [모두 실행] 로 처음부터 돌려 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 문제에 오래 붙잡지 말고 넘어갑니다.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한 학기 돌아보기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1~7주 — 문법을 손으로 익혔습니다.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그때 AI는 고치는 용도로만 썼습니다.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9~13주 — 데이터를 읽고 그리고 해석했습니다.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그때부터 AI를 설계 파트너로 넓혔습니다.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순서가 바뀌었다면 지금 코드를 못 읽었을 겁니다.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마무리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기말은 읽고 · 고르고 · 그리고 · 저장하기입니다.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프로젝트 코드를 다시 보는 것이 가장 좋은 복습입니다.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손으로 직접 쳐 보고 값을 바꿔 확인하세요.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AI는 도구이고 최종 확인은 사람이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 학기 수고하셨습니다. 행운을 빕니다.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1917</Words>
  <Application>Microsoft Office PowerPoint</Application>
  <PresentationFormat>와이드스크린</PresentationFormat>
  <Paragraphs>326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2026-08-31T06:12:36Z</dcterms:modified>
  <cp:category/>
</cp:coreProperties>
</file>