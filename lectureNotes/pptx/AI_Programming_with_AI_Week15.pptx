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0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custSel modSld">
      <pc:chgData name="Youngho Lee" userId="8d4cb33d81fe8010" providerId="LiveId" clId="{95971DB8-E339-4B32-80CF-0D8F9D8B87F2}" dt="2026-02-20T11:31:48.624" v="21" actId="478"/>
      <pc:docMkLst>
        <pc:docMk/>
      </pc:docMkLst>
      <pc:sldChg chg="delSp mod">
        <pc:chgData name="Youngho Lee" userId="8d4cb33d81fe8010" providerId="LiveId" clId="{95971DB8-E339-4B32-80CF-0D8F9D8B87F2}" dt="2026-02-20T11:31:07.934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11:31:07.934" v="0" actId="478"/>
          <ac:spMkLst>
            <pc:docMk/>
            <pc:sldMk cId="0" sldId="256"/>
            <ac:spMk id="5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10.956" v="1" actId="478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11:31:10.956" v="1" actId="478"/>
          <ac:spMkLst>
            <pc:docMk/>
            <pc:sldMk cId="0" sldId="25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14.362" v="2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11:31:14.362" v="2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16.505" v="3" actId="478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11:31:16.505" v="3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18.206" v="4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11:31:18.206" v="4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20.099" v="5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11:31:20.099" v="5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21.957" v="6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11:31:21.957" v="6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23.874" v="7" actId="478"/>
        <pc:sldMkLst>
          <pc:docMk/>
          <pc:sldMk cId="0" sldId="263"/>
        </pc:sldMkLst>
        <pc:spChg chg="del">
          <ac:chgData name="Youngho Lee" userId="8d4cb33d81fe8010" providerId="LiveId" clId="{95971DB8-E339-4B32-80CF-0D8F9D8B87F2}" dt="2026-02-20T11:31:23.874" v="7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25.519" v="8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11:31:25.519" v="8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27.086" v="9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11:31:27.086" v="9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28.703" v="10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11:31:28.703" v="10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30.211" v="11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11:31:30.211" v="11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32.033" v="12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11:31:32.033" v="12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33.425" v="13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11:31:33.425" v="13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35.581" v="14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11:31:35.581" v="14" actId="478"/>
          <ac:spMkLst>
            <pc:docMk/>
            <pc:sldMk cId="0" sldId="27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37.049" v="15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11:31:37.049" v="15" actId="478"/>
          <ac:spMkLst>
            <pc:docMk/>
            <pc:sldMk cId="0" sldId="27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38.724" v="16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11:31:38.724" v="16" actId="478"/>
          <ac:spMkLst>
            <pc:docMk/>
            <pc:sldMk cId="0" sldId="27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40.769" v="17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11:31:40.769" v="17" actId="478"/>
          <ac:spMkLst>
            <pc:docMk/>
            <pc:sldMk cId="0" sldId="27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43.233" v="18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11:31:43.233" v="18" actId="478"/>
          <ac:spMkLst>
            <pc:docMk/>
            <pc:sldMk cId="0" sldId="27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45.622" v="19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11:31:45.622" v="19" actId="478"/>
          <ac:spMkLst>
            <pc:docMk/>
            <pc:sldMk cId="0" sldId="27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47.132" v="20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11:31:47.132" v="20" actId="478"/>
          <ac:spMkLst>
            <pc:docMk/>
            <pc:sldMk cId="0" sldId="27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31:48.624" v="21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11:31:48.624" v="21" actId="478"/>
          <ac:spMkLst>
            <pc:docMk/>
            <pc:sldMk cId="0" sldId="277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1FAE5"/>
                </a:solidFill>
                <a:latin typeface="Malgun Gothic"/>
              </a:defRPr>
            </a:pPr>
            <a:r>
              <a:t>Week 15. 기말시험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Malgun Gothic"/>
              </a:defRPr>
            </a:pPr>
            <a:r>
              <a:t>범위 요약 + 샘플 문제 + 준비 전략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기말시험의 범위/형식/규칙을 이해한다.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9~14 핵심 개념을 요약하고 실전 문제에 적용한다.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샘플 문제로 시간 관리 전략과 디버깅 전략을 점검한다.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시험 전에는 AI로 연습하되, 시험 중 규정을 준수한다.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오늘의 구성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기말시험 안내(형식/범위/준비물)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핵심 개념 요약(Week 9~14)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샘플 문제(실기/이론/디버깅)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자주 하는 실수 &amp; 시간 관리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기말시험 개요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평가 방식/시간/제출 방식은 담당 교원 공지를 따른다.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문제 유형: 데이터 처리 + 시각화 + 파일 I/O + (선택)쓰레드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Tip: 프로젝트 코드를 복습하면 점수가 오른다(실전 기능이 그대로 등장).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시험 규칙(예시)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허용/금지 사항은 담당 교원 공지를 따른다.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일반적으로 시험 중 AI 도구 사용은 제한될 수 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부정행위는 학칙에 따른다.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시험 전에는 AI로 연습하되, 코드는 반드시 이해하고 검증!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시험 범위(Week 9~14)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9 : 파일 입출력(text/csv/json)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10: NumPy, Pandas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11: Matplotlib 그래프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12: 필터링·정렬·groupby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13: 쓰레드, 미니게임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Week 14: 개인 과제(설계/문서화/AI 활용 기록)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준비물 &amp; 환경 점검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Python, pandas, matplotlib 설치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파일 경로(현재 작업 폴더)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CSV/JSON 샘플을 읽고 저장해보기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그래프 저장(savefig) 경로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핵심 요약: 파일 입출력(Week 9)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with open(...): 안전한 I/O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try/except로 파일 없음/깨짐 처리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csv/json 모듈로 표/구조 데이터 처리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encoding='utf-8', newline='' 주의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핵심 요약: Pandas(Week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read_csv / DataFrame 기본 조작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컬럼 선택(df['col'], df[['a','b']])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결측치 처리(isna, dropna, fillna)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간단한 통계(mean, value_counts)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핵심 요약: Matplotlib(Week 11)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line/bar/hist/scatter 그래프 선택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title/xlabel/ylabel/legend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savefig로 파일 저장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그래프 해석: 축/단위/추세/이상치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핵심 요약: 필터링·정렬(Week 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df[cond] 필터링, (&amp;, |) 사용 시 괄호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sort_values(ascending=False)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groupby + agg로 요약 테이블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Top-N + value_counts 패턴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핵심 요약: 쓰레드(Week 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Thread(target=...), start/join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종료 플래그(bool/Event)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공유 데이터는 Lock/Queue로 보호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동시성은 타이머/입력 처리에 유용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핵심 요약: 프로젝트/발표(Week 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기능뿐 아니라 구조/문서/테스트가 중요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README: 실행 방법/예외/제약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AI 활용 기록: 프롬프트→검증→수정의 흔적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자주 나오는 실수 TOP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1) 파일 경로 오류(작업 폴더 착각)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2) encoding/newline 처리 누락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3) pandas 조건 괄호 누락(cond1 &amp; cond2)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4) 컬럼명 오타(KeyError)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5) 결측치 처리 미흡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6) 그래프 라벨/단위 누락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7) 정렬 후 head/top-N 실수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8) 쓰레드 종료 조건 없음(프로그램 안 끝남)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9) 출력 형식(공백/줄바꿈) 오류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10) 테스트 케이스 부족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AI로 공부하는 방법(시험 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'시험 스타일 문제 5개 만들어줘(해설 포함)'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'내 풀이를 채점하고 개선점 제안해줘'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'엣지 케이스를 더 만들어줘'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주의: 시험 중 규정은 반드시 준수!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샘플 이론 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Q) pandas에서 두 조건을 결합할 때 올바른 코드는?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A) df[(a&gt;0) and (b&gt;0)]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B) df[(a&gt;0) &amp; (b&gt;0)]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C) df[a&gt;0 &amp; b&gt;0]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정답: B (괄호 + &amp; 사용)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샘플 실기 1: CSV →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1 import pandas as pd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2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3 df = pd.read_csv("scores.csv")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4 # TODO: score 평균, 최고점 학생(name, score)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007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67712"/>
            <a:ext cx="39163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df['score'].mean(), idxmax() 활용 가능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빈 데이터/결측치 있을 때 처리 규칙 정하기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출력 형식을 문제 요구에 맞추기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샘플 실기 2: 필터 + Top-N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1 # TODO: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2 # - score &gt;= 80 인 학생만 필터링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3 # - score 내림차순으로 상위 3명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007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67712"/>
            <a:ext cx="39163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cond 변수로 분리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sort_values + head(3)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동점 처리(선택): rank로 동일 점수 포함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샘플 실기 3: 그래프 저장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1 import matplotlib.pyplot as plt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2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3 x = [1,2,3,4]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4 y = [10,20,15,25]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5 # TODO: 선 그래프 + 라벨/제목 추가 후 png로 저장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007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67712"/>
            <a:ext cx="39163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xlabel/ylabel/title/legend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savefig('out.png', dpi=150)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파일이 저장된 위치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샘플 실기 4: JSON 저장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1 import json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2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3 result = {"avg": 82.5, "top": {"name": "kim", "score": 95}}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4 # TODO: result를 report.json으로 저장(한글 포함 가능)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007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67712"/>
            <a:ext cx="39163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json.dump(..., ensure_ascii=False, indent=2)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파일 경로/권한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저장 후 다시 load해서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샘플 디버깅: SettingWithCopyWarning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1 # 잘못된 예(체인 인덱싱)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2 high = df[df["score"] &gt;= 80]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8292A2"/>
                </a:solidFill>
                <a:latin typeface="Consolas"/>
              </a:defRPr>
            </a:pPr>
            <a:r>
              <a:t>3 high["flag"] = True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007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67712"/>
            <a:ext cx="39163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체인 인덱싱은 SettingWithCopyWarning 유발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해결: high = df.loc[df['score']&gt;=80].copy()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시험에서는 '정확히 동작'하는 코드가 중요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시간 관리 전략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1) 요구사항을 체크박스로 분해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2) 데이터 읽기 → 중간 출력(head)로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3) 핵심 로직 구현 후, 형식/예외 처리 보완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4) 최소 2개 테스트(정상/엣지) 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0256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실전 체크리스트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경로/파일명 확인(대소문자 포함)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컬럼명 확인(df.columns)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조건 괄호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그래프 라벨/제목/저장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• 저장한 파일을 다시 열어 확인(load/read)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0256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Q&amp;A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궁금한 점을 질문하세요.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• 범위/형식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• 실습 환경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• 채점 기준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t>• 준비 전략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0256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62025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4543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마무리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기말은 '데이터 처리 + 분석 + 시각화 + 파일 저장'이 핵심이다.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프로젝트를 복습하고, 직접 손으로 코딩하며 경계값 테스트!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t>Good luck 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1307</Words>
  <Application>Microsoft Office PowerPoint</Application>
  <PresentationFormat>와이드스크린</PresentationFormat>
  <Paragraphs>231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이영호</cp:lastModifiedBy>
  <cp:revision>1</cp:revision>
  <dcterms:created xsi:type="dcterms:W3CDTF">2013-01-27T09:14:16Z</dcterms:created>
  <dcterms:modified xsi:type="dcterms:W3CDTF">2026-02-20T11:31:50Z</dcterms:modified>
  <cp:category/>
</cp:coreProperties>
</file>