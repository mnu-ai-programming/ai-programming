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068" y="42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ho Lee" userId="8d4cb33d81fe8010" providerId="LiveId" clId="{95971DB8-E339-4B32-80CF-0D8F9D8B87F2}"/>
    <pc:docChg chg="custSel modSld">
      <pc:chgData name="Youngho Lee" userId="8d4cb33d81fe8010" providerId="LiveId" clId="{95971DB8-E339-4B32-80CF-0D8F9D8B87F2}" dt="2026-02-20T11:19:45.084" v="24" actId="478"/>
      <pc:docMkLst>
        <pc:docMk/>
      </pc:docMkLst>
      <pc:sldChg chg="delSp mod">
        <pc:chgData name="Youngho Lee" userId="8d4cb33d81fe8010" providerId="LiveId" clId="{95971DB8-E339-4B32-80CF-0D8F9D8B87F2}" dt="2026-02-20T11:18:54.151" v="0" actId="478"/>
        <pc:sldMkLst>
          <pc:docMk/>
          <pc:sldMk cId="0" sldId="256"/>
        </pc:sldMkLst>
        <pc:spChg chg="del">
          <ac:chgData name="Youngho Lee" userId="8d4cb33d81fe8010" providerId="LiveId" clId="{95971DB8-E339-4B32-80CF-0D8F9D8B87F2}" dt="2026-02-20T11:18:54.151" v="0" actId="478"/>
          <ac:spMkLst>
            <pc:docMk/>
            <pc:sldMk cId="0" sldId="256"/>
            <ac:spMk id="7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8:59.327" v="1" actId="478"/>
        <pc:sldMkLst>
          <pc:docMk/>
          <pc:sldMk cId="0" sldId="257"/>
        </pc:sldMkLst>
        <pc:spChg chg="del">
          <ac:chgData name="Youngho Lee" userId="8d4cb33d81fe8010" providerId="LiveId" clId="{95971DB8-E339-4B32-80CF-0D8F9D8B87F2}" dt="2026-02-20T11:18:59.327" v="1" actId="478"/>
          <ac:spMkLst>
            <pc:docMk/>
            <pc:sldMk cId="0" sldId="25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00.578" v="2" actId="478"/>
        <pc:sldMkLst>
          <pc:docMk/>
          <pc:sldMk cId="0" sldId="258"/>
        </pc:sldMkLst>
        <pc:spChg chg="del">
          <ac:chgData name="Youngho Lee" userId="8d4cb33d81fe8010" providerId="LiveId" clId="{95971DB8-E339-4B32-80CF-0D8F9D8B87F2}" dt="2026-02-20T11:19:00.578" v="2" actId="478"/>
          <ac:spMkLst>
            <pc:docMk/>
            <pc:sldMk cId="0" sldId="25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02.133" v="3" actId="478"/>
        <pc:sldMkLst>
          <pc:docMk/>
          <pc:sldMk cId="0" sldId="259"/>
        </pc:sldMkLst>
        <pc:spChg chg="del">
          <ac:chgData name="Youngho Lee" userId="8d4cb33d81fe8010" providerId="LiveId" clId="{95971DB8-E339-4B32-80CF-0D8F9D8B87F2}" dt="2026-02-20T11:19:02.133" v="3" actId="478"/>
          <ac:spMkLst>
            <pc:docMk/>
            <pc:sldMk cId="0" sldId="25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03.972" v="4" actId="478"/>
        <pc:sldMkLst>
          <pc:docMk/>
          <pc:sldMk cId="0" sldId="260"/>
        </pc:sldMkLst>
        <pc:spChg chg="del">
          <ac:chgData name="Youngho Lee" userId="8d4cb33d81fe8010" providerId="LiveId" clId="{95971DB8-E339-4B32-80CF-0D8F9D8B87F2}" dt="2026-02-20T11:19:03.972" v="4" actId="478"/>
          <ac:spMkLst>
            <pc:docMk/>
            <pc:sldMk cId="0" sldId="26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05.593" v="5" actId="478"/>
        <pc:sldMkLst>
          <pc:docMk/>
          <pc:sldMk cId="0" sldId="261"/>
        </pc:sldMkLst>
        <pc:spChg chg="del">
          <ac:chgData name="Youngho Lee" userId="8d4cb33d81fe8010" providerId="LiveId" clId="{95971DB8-E339-4B32-80CF-0D8F9D8B87F2}" dt="2026-02-20T11:19:05.593" v="5" actId="478"/>
          <ac:spMkLst>
            <pc:docMk/>
            <pc:sldMk cId="0" sldId="26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07.127" v="6" actId="478"/>
        <pc:sldMkLst>
          <pc:docMk/>
          <pc:sldMk cId="0" sldId="262"/>
        </pc:sldMkLst>
        <pc:spChg chg="del">
          <ac:chgData name="Youngho Lee" userId="8d4cb33d81fe8010" providerId="LiveId" clId="{95971DB8-E339-4B32-80CF-0D8F9D8B87F2}" dt="2026-02-20T11:19:07.127" v="6" actId="478"/>
          <ac:spMkLst>
            <pc:docMk/>
            <pc:sldMk cId="0" sldId="26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08.771" v="7" actId="478"/>
        <pc:sldMkLst>
          <pc:docMk/>
          <pc:sldMk cId="0" sldId="263"/>
        </pc:sldMkLst>
        <pc:spChg chg="del">
          <ac:chgData name="Youngho Lee" userId="8d4cb33d81fe8010" providerId="LiveId" clId="{95971DB8-E339-4B32-80CF-0D8F9D8B87F2}" dt="2026-02-20T11:19:08.771" v="7" actId="478"/>
          <ac:spMkLst>
            <pc:docMk/>
            <pc:sldMk cId="0" sldId="263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10.301" v="8" actId="478"/>
        <pc:sldMkLst>
          <pc:docMk/>
          <pc:sldMk cId="0" sldId="264"/>
        </pc:sldMkLst>
        <pc:spChg chg="del">
          <ac:chgData name="Youngho Lee" userId="8d4cb33d81fe8010" providerId="LiveId" clId="{95971DB8-E339-4B32-80CF-0D8F9D8B87F2}" dt="2026-02-20T11:19:10.301" v="8" actId="478"/>
          <ac:spMkLst>
            <pc:docMk/>
            <pc:sldMk cId="0" sldId="26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11.649" v="9" actId="478"/>
        <pc:sldMkLst>
          <pc:docMk/>
          <pc:sldMk cId="0" sldId="265"/>
        </pc:sldMkLst>
        <pc:spChg chg="del">
          <ac:chgData name="Youngho Lee" userId="8d4cb33d81fe8010" providerId="LiveId" clId="{95971DB8-E339-4B32-80CF-0D8F9D8B87F2}" dt="2026-02-20T11:19:11.649" v="9" actId="478"/>
          <ac:spMkLst>
            <pc:docMk/>
            <pc:sldMk cId="0" sldId="26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13.384" v="10" actId="478"/>
        <pc:sldMkLst>
          <pc:docMk/>
          <pc:sldMk cId="0" sldId="266"/>
        </pc:sldMkLst>
        <pc:spChg chg="del">
          <ac:chgData name="Youngho Lee" userId="8d4cb33d81fe8010" providerId="LiveId" clId="{95971DB8-E339-4B32-80CF-0D8F9D8B87F2}" dt="2026-02-20T11:19:13.384" v="10" actId="478"/>
          <ac:spMkLst>
            <pc:docMk/>
            <pc:sldMk cId="0" sldId="26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14.902" v="11" actId="478"/>
        <pc:sldMkLst>
          <pc:docMk/>
          <pc:sldMk cId="0" sldId="267"/>
        </pc:sldMkLst>
        <pc:spChg chg="del">
          <ac:chgData name="Youngho Lee" userId="8d4cb33d81fe8010" providerId="LiveId" clId="{95971DB8-E339-4B32-80CF-0D8F9D8B87F2}" dt="2026-02-20T11:19:14.902" v="11" actId="478"/>
          <ac:spMkLst>
            <pc:docMk/>
            <pc:sldMk cId="0" sldId="26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16.357" v="12" actId="478"/>
        <pc:sldMkLst>
          <pc:docMk/>
          <pc:sldMk cId="0" sldId="268"/>
        </pc:sldMkLst>
        <pc:spChg chg="del">
          <ac:chgData name="Youngho Lee" userId="8d4cb33d81fe8010" providerId="LiveId" clId="{95971DB8-E339-4B32-80CF-0D8F9D8B87F2}" dt="2026-02-20T11:19:16.357" v="12" actId="478"/>
          <ac:spMkLst>
            <pc:docMk/>
            <pc:sldMk cId="0" sldId="26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17.993" v="13" actId="478"/>
        <pc:sldMkLst>
          <pc:docMk/>
          <pc:sldMk cId="0" sldId="269"/>
        </pc:sldMkLst>
        <pc:spChg chg="del">
          <ac:chgData name="Youngho Lee" userId="8d4cb33d81fe8010" providerId="LiveId" clId="{95971DB8-E339-4B32-80CF-0D8F9D8B87F2}" dt="2026-02-20T11:19:17.993" v="13" actId="478"/>
          <ac:spMkLst>
            <pc:docMk/>
            <pc:sldMk cId="0" sldId="26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19.798" v="14" actId="478"/>
        <pc:sldMkLst>
          <pc:docMk/>
          <pc:sldMk cId="0" sldId="270"/>
        </pc:sldMkLst>
        <pc:spChg chg="del">
          <ac:chgData name="Youngho Lee" userId="8d4cb33d81fe8010" providerId="LiveId" clId="{95971DB8-E339-4B32-80CF-0D8F9D8B87F2}" dt="2026-02-20T11:19:19.798" v="14" actId="478"/>
          <ac:spMkLst>
            <pc:docMk/>
            <pc:sldMk cId="0" sldId="27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22.141" v="15" actId="478"/>
        <pc:sldMkLst>
          <pc:docMk/>
          <pc:sldMk cId="0" sldId="271"/>
        </pc:sldMkLst>
        <pc:spChg chg="del">
          <ac:chgData name="Youngho Lee" userId="8d4cb33d81fe8010" providerId="LiveId" clId="{95971DB8-E339-4B32-80CF-0D8F9D8B87F2}" dt="2026-02-20T11:19:22.141" v="15" actId="478"/>
          <ac:spMkLst>
            <pc:docMk/>
            <pc:sldMk cId="0" sldId="27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24.292" v="16" actId="478"/>
        <pc:sldMkLst>
          <pc:docMk/>
          <pc:sldMk cId="0" sldId="272"/>
        </pc:sldMkLst>
        <pc:spChg chg="del">
          <ac:chgData name="Youngho Lee" userId="8d4cb33d81fe8010" providerId="LiveId" clId="{95971DB8-E339-4B32-80CF-0D8F9D8B87F2}" dt="2026-02-20T11:19:24.292" v="16" actId="478"/>
          <ac:spMkLst>
            <pc:docMk/>
            <pc:sldMk cId="0" sldId="27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25.691" v="17" actId="478"/>
        <pc:sldMkLst>
          <pc:docMk/>
          <pc:sldMk cId="0" sldId="273"/>
        </pc:sldMkLst>
        <pc:spChg chg="del">
          <ac:chgData name="Youngho Lee" userId="8d4cb33d81fe8010" providerId="LiveId" clId="{95971DB8-E339-4B32-80CF-0D8F9D8B87F2}" dt="2026-02-20T11:19:25.691" v="17" actId="478"/>
          <ac:spMkLst>
            <pc:docMk/>
            <pc:sldMk cId="0" sldId="273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27.460" v="18" actId="478"/>
        <pc:sldMkLst>
          <pc:docMk/>
          <pc:sldMk cId="0" sldId="274"/>
        </pc:sldMkLst>
        <pc:spChg chg="del">
          <ac:chgData name="Youngho Lee" userId="8d4cb33d81fe8010" providerId="LiveId" clId="{95971DB8-E339-4B32-80CF-0D8F9D8B87F2}" dt="2026-02-20T11:19:27.460" v="18" actId="478"/>
          <ac:spMkLst>
            <pc:docMk/>
            <pc:sldMk cId="0" sldId="27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29.135" v="19" actId="478"/>
        <pc:sldMkLst>
          <pc:docMk/>
          <pc:sldMk cId="0" sldId="275"/>
        </pc:sldMkLst>
        <pc:spChg chg="del">
          <ac:chgData name="Youngho Lee" userId="8d4cb33d81fe8010" providerId="LiveId" clId="{95971DB8-E339-4B32-80CF-0D8F9D8B87F2}" dt="2026-02-20T11:19:29.135" v="19" actId="478"/>
          <ac:spMkLst>
            <pc:docMk/>
            <pc:sldMk cId="0" sldId="27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30.850" v="20" actId="478"/>
        <pc:sldMkLst>
          <pc:docMk/>
          <pc:sldMk cId="0" sldId="276"/>
        </pc:sldMkLst>
        <pc:spChg chg="del">
          <ac:chgData name="Youngho Lee" userId="8d4cb33d81fe8010" providerId="LiveId" clId="{95971DB8-E339-4B32-80CF-0D8F9D8B87F2}" dt="2026-02-20T11:19:30.850" v="20" actId="478"/>
          <ac:spMkLst>
            <pc:docMk/>
            <pc:sldMk cId="0" sldId="27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40.314" v="21" actId="478"/>
        <pc:sldMkLst>
          <pc:docMk/>
          <pc:sldMk cId="0" sldId="277"/>
        </pc:sldMkLst>
        <pc:spChg chg="del">
          <ac:chgData name="Youngho Lee" userId="8d4cb33d81fe8010" providerId="LiveId" clId="{95971DB8-E339-4B32-80CF-0D8F9D8B87F2}" dt="2026-02-20T11:19:40.314" v="21" actId="478"/>
          <ac:spMkLst>
            <pc:docMk/>
            <pc:sldMk cId="0" sldId="27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42.268" v="22" actId="478"/>
        <pc:sldMkLst>
          <pc:docMk/>
          <pc:sldMk cId="0" sldId="278"/>
        </pc:sldMkLst>
        <pc:spChg chg="del">
          <ac:chgData name="Youngho Lee" userId="8d4cb33d81fe8010" providerId="LiveId" clId="{95971DB8-E339-4B32-80CF-0D8F9D8B87F2}" dt="2026-02-20T11:19:42.268" v="22" actId="478"/>
          <ac:spMkLst>
            <pc:docMk/>
            <pc:sldMk cId="0" sldId="27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43.733" v="23" actId="478"/>
        <pc:sldMkLst>
          <pc:docMk/>
          <pc:sldMk cId="0" sldId="279"/>
        </pc:sldMkLst>
        <pc:spChg chg="del">
          <ac:chgData name="Youngho Lee" userId="8d4cb33d81fe8010" providerId="LiveId" clId="{95971DB8-E339-4B32-80CF-0D8F9D8B87F2}" dt="2026-02-20T11:19:43.733" v="23" actId="478"/>
          <ac:spMkLst>
            <pc:docMk/>
            <pc:sldMk cId="0" sldId="27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11:19:45.084" v="24" actId="478"/>
        <pc:sldMkLst>
          <pc:docMk/>
          <pc:sldMk cId="0" sldId="280"/>
        </pc:sldMkLst>
        <pc:spChg chg="del">
          <ac:chgData name="Youngho Lee" userId="8d4cb33d81fe8010" providerId="LiveId" clId="{95971DB8-E339-4B32-80CF-0D8F9D8B87F2}" dt="2026-02-20T11:19:45.084" v="24" actId="478"/>
          <ac:spMkLst>
            <pc:docMk/>
            <pc:sldMk cId="0" sldId="280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897112" y="3931920"/>
            <a:ext cx="3840480" cy="38404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D1FAE5"/>
                </a:solidFill>
                <a:latin typeface="Malgun Gothic"/>
                <a:ea typeface="Malgun Gothic"/>
                <a:cs typeface="Malgun Gothic"/>
              </a:rPr>
              <a:t>Week 5. 함수와 라이브러리 + LLM 사용 연습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  <a:latin typeface="Malgun Gothic"/>
                <a:ea typeface="Malgun Gothic"/>
                <a:cs typeface="Malgun Gothic"/>
              </a:rPr>
              <a:t>함수로 코드 구조화 · 모듈/라이브러리 활용 · With AI 설계/리팩터링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함수의 개념(입력→처리→출력)과 장점을 설명할 수 있다.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def, 매개변수/인자, return을 사용해 함수를 구현할 수 있다.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import를 이해하고 표준/외부 라이브러리를 활용할 수 있다.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LLM을 활용해 함수 설계·리팩터링·디버깅을 수행할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오늘의 구성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지난 주(조건문/반복문) 복습 → 함수를 사용해 코드 구조화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함수 문법 &amp; 호출 흐름 (def, parameter/argument, return)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모듈/라이브러리 사용법 (import, 표준 라이브러리, pip 개요)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With AI 실습 3개 + 미니 퀴즈 + 과제 안내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왜 함수가 필요한가?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# 함수 없이: 같은 로직이 여러 번 반복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score = int(input('점수 입력: '))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if score &gt;= 60: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    print('PASS')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else: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    print('FAIL')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8 score2 = int(input('점수 입력: '))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9 if score2 &gt;= 60: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10     print('PASS')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11 else: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12     print('FAIL')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함수의 이점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중복 제거(DRY): 같은 코드를 한 곳에서만 관리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가독성 향상: ‘무엇을 하는지’ 이름으로 설명 가능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재사용/확장: 다른 곳에서도 호출해서 사용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테스트 용이: 함수 단위로 검증(assert/테스트케이스)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협업에 유리: 역할(입력/처리/출력) 분리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함수 기본 문법(def)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def greet(name):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    """이름을 받아 인사 메시지를 반환"""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    msg = f"안녕하세요, {name}님!"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    return msg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result = greet('민수')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print(result)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핵심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함수는 ‘작은 프로그램’(입력→처리→출력)이다.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return은 ‘값’을 돌려준다. (print와 역할이 다름)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함수 이름은 동사로: greet, calculate, convert ...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Docstring(""" """)은 사용법/의도를 기록한다.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매개변수·인자·반환값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def add(a, b):  # a,b는 매개변수(parameter)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    return a + b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x = add(2, 3)   # 2,3은 인자(argument)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print(x)        # 5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# return이 없으면 None이 반환됨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정의할 때: 매개변수(parameter) / 호출할 때: 인자(argument)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return은 값을 ‘돌려주고’ 함수는 종료된다.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print는 화면 출력(부수효과)이고 값 반환과는 별개다.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초보 실수: return 대신 print만 해서 결과를 못 쓰는 경우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7/25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기본값·키워드 인자·가변 인자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def greet(name, msg='안녕'):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    return f"{msg}, {name}!"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print(greet('철수'))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print(greet('영희', msg='반가워'))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def total(*nums):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8     return sum(nums)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9 print(total(1,2,3,4))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핵심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기본값(default)은 인자를 생략했을 때 사용된다.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키워드 인자로 ‘의도’를 드러낼 수 있다: msg='반가워'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*args는 ‘여러 개의 위치 인자’를 튜플로 받는다(맛보기).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**kwargs는 ‘여러 개의 키워드 인자’를 딕셔너리로 받는다(맛보기).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8/25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변수 범위(Scope)와 주의점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x = 10  # 전역 변수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def f():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    x = 3   # 지역 변수(함수 안)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    return x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print(f())  # 3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8 print(x)    # 10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9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10 # 전역 변경은 가급적 피하기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기억할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함수 안에서 만든 변수는 기본적으로 ‘지역’이다.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이름이 같아도 지역/전역은 서로 다른 변수일 수 있다.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전역을 변경해야 한다면 설계를 다시 생각해보자(부작용).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LLM에게 ‘전역 변수 없이’ 구현하라고 제약을 주면 안전하다.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9/25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함수 품질 체크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이름: 무엇을 하는지 한 눈에 보이게 (예: calc_avg, load_csv)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입력/출력: 함수가 받는 것과 돌려주는 것을 명확히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길이: 20~30줄 이상 길어지면 분해를 고려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Docstring: 사용법/예시/예외 상황을 기록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타입 힌트(선택): 의도를 표현해 디버깅을 돕는다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532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Tip: ‘한 함수는 한 가지 일’ 원칙을 연습해봅시다.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10/25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표준 라이브러리 맛보기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import math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import random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from datetime import datetime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print(math.sqrt(16))          # 4.0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print(random.randint(1, 10))  # 1~10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print(datetime.now())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오늘은 ‘표준’만으로도 충분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표준 라이브러리 = 파이썬 설치에 기본 포함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math: 수학 계산 / random: 난수 / datetime: 날짜·시간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실습에서 random으로 미니게임(숫자맞추기/로또)을 만들어볼 것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LLM에게 ‘표준 라이브러리만 사용’ 조건을 주면 과해지지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11/25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모듈과 import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# my_utils.py 파일이 있다고 가정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def to_f(c):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    return c * 9/5 + 32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# main.py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import my_utils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print(my_utils.to_f(25))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8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9 # 또는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10 from my_utils import to_f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11 print(to_f(25))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핵심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모듈(module) = .py 파일 1개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import는 ‘가져와서 쓰기’(중복 없이 재사용)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from ... import ... 는 필요한 것만 가져오기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파일 이름과 모듈 이름이 연결된다(my_utils.py → my_utils)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외부 라이브러리 설치(pip) 개요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외부 라이브러리 = 파이썬에 기본 포함되지 않는 추가 기능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설치: pip install 패키지이름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권장: 가상환경(venv) 안에서 설치 (프로젝트별 독립)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협업/제출: requirements.txt로 설치 목록 공유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문제 해결: ModuleNotFoundError → (1) venv 활성화 (2) pip 설치 확인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라이브러리 선택 기준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문서/예제가 충분한가? (공식 문서 우선)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최근 업데이트가 있는가? (유지보수)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사용자/커뮤니티가 큰가? (검색/질문 가능)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라이선스/보안 이슈는 없는가?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수업에서는: ‘필요한 만큼만’ 가져와 쓰기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함수 설계 5단계(추천 루틴)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005840" y="2743200"/>
            <a:ext cx="1828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05840" y="2743200"/>
            <a:ext cx="1828800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7889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155448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입력/출력</a:t>
            </a:r>
            <a:br/>
            <a:r>
              <a:t>정의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34640" y="3035808"/>
            <a:ext cx="320040" cy="5029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154680" y="2743200"/>
            <a:ext cx="1828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154680" y="2743200"/>
            <a:ext cx="1828800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46120" y="27889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71800"/>
            <a:ext cx="155448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예시 I/O</a:t>
            </a:r>
            <a:br/>
            <a:r>
              <a:t>작성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983480" y="3035808"/>
            <a:ext cx="320040" cy="5029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303520" y="2743200"/>
            <a:ext cx="1828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303520" y="2743200"/>
            <a:ext cx="1828800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94960" y="27889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2971800"/>
            <a:ext cx="155448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예외/경계값</a:t>
            </a:r>
            <a:br/>
            <a:r>
              <a:t>정리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32320" y="3035808"/>
            <a:ext cx="320040" cy="5029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52360" y="2743200"/>
            <a:ext cx="1828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452360" y="2743200"/>
            <a:ext cx="1828800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43800" y="27889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971800"/>
            <a:ext cx="155448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작은 함수로</a:t>
            </a:r>
            <a:br/>
            <a:r>
              <a:t>분해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281160" y="3035808"/>
            <a:ext cx="320040" cy="50292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601200" y="2743200"/>
            <a:ext cx="1828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601200" y="2743200"/>
            <a:ext cx="1828800" cy="16459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692640" y="27889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2971800"/>
            <a:ext cx="155448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테스트</a:t>
            </a:r>
            <a:br/>
            <a:r>
              <a:t>작성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With AI 팁: 위 5단계를 ‘프롬프트 요구사항’으로 그대로 적으면, 함수 품질이 급상승합니다.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With AI: 함수 설계 프롬프트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[역할] 너는 친절한 파이썬 튜터야.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[목표] 아래 요구사항을 만족하는 함수를 설계/구현해줘.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[요구사항]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4 - 입력: (예) 점수 리스트(list[int])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5 - 출력: 평균(float) + 등급(str) 반환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6 - 예외: 빈 리스트면 (0.0, 'N/A')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7 - 제약: 전역 변수 사용 금지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8 [출력형식]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9 (1) 함수 시그니처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10 (2) 코드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11 (3) 테스트 3개(assert)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사용법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요구사항을 ‘입력/출력/예외/제약’으로 쪼개서 쓰기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원하는 출력 형식을 지정하면 답변 품질이 좋아진다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테스트(assert)를 같이 요구하면 검증이 쉬워진다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코드를 받으면 직접 실행해서 결과를 확인하기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With AI: 함수로 리팩터링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아래 코드를 ‘함수 3개’로 분해해줘.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2 - 함수1: 입력 처리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3 - 함수2: 핵심 계산(반환값 필수)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4 - 함수3: 출력/표시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추가 조건: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7 - 중복 제거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8 - 함수 이름은 의미 있게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9 - 예외 상황(잘못된 입력) 처리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10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11 출력은 (설계 → 코드 → 테스트) 순서로.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체크 포인트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함수 분해 기준: ‘역할(입력/처리/출력)’로 나누기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반환값이 있는 함수와 없는 함수를 구분하기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입력 검증(try/except)도 함수화하면 깔끔해진다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리팩터링 후 동작이 동일한지 테스트로 확인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17/25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실습 1: 코드 분해하기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# 목표: 아래 코드를 함수 3개로 분해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# - read_score()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# - get_grade(score) -&gt; str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# - print_report(name, score, grade)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name = input('이름: ')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score = int(input('점수: '))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8 if score &gt;= 90: grade='A'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9 elif score &gt;= 80: grade='B'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10 elif score &gt;= 70: grade='C'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11 else: grade='F'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12 print(name, score, grade)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완료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함수 3개 이상으로 분해되어 있다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get_grade()는 return으로 등급을 돌려준다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입력값이 숫자가 아닐 때를 처리한다(선택)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assert 테스트 2개 이상 작성(선택)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18/25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실습 2: random 미션(로또)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import random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def lotto_numbers():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    # TODO: 1~45 중 중복 없이 6개 뽑기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    pass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def main():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8     nums = lotto_numbers()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9     print('이번 주 번호:', nums)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10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11 if __name__ == '__main__':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12     main()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완료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중복 없는 번호 6개를 생성한다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정렬해서 보기 좋게 출력한다(선택)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함수를 최소 2개 이상 사용한다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LLM에게 ‘중복 없는 랜덤’ 구현을 질문해본다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19/25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실습 3: 미니 프로그램(택1)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A) 단위 변환기(섭→화, km→mile 등): 함수 4개 이상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B) 간단 계산기(+,-,*,/): 입력 검증 포함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C) 메뉴 추천기(random.choice 활용): 중복 추천 방지(선택)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공통 조건: 표준 라이브러리 1개 이상 사용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README에 ‘AI에게 요청한 프롬프트/수정 내용’ 기록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20/25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자주 만나는 오류(함수/모듈)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def add(a, b):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    return a + b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add(1)  # TypeError: missing 1 required positional argument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print(to_f(10))  # NameError: name 'to_f' is not defined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8 import numpy  # ModuleNotFoundError(설치/venv 확인)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빠른 해결 루틴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TypeError → 인자 개수/순서/기본값 확인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NameError → 함수 정의 위치/오타/import 여부 확인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ModuleNotFoundError → venv 활성화 → pip install 확인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에러 메시지 전체를 LLM에 전달 + 내가 한 시도도 함께 적기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21/25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빠른 테스트: assert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856232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1 def add(a, b):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2     return a + b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3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4 assert add(2, 3) == 5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5 assert add(-1, 1) == 0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6 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7 # assert가 실패하면 AssertionError 발생</a:t>
            </a:r>
          </a:p>
          <a:p>
            <a:pPr algn="l">
              <a:defRPr sz="1400">
                <a:solidFill>
                  <a:srgbClr val="8292A2"/>
                </a:solidFill>
                <a:latin typeface="Consolas"/>
              </a:defRPr>
            </a:pPr>
            <a:r>
              <a:rPr sz="1400">
                <a:solidFill>
                  <a:srgbClr val="8292A2"/>
                </a:solidFill>
                <a:latin typeface="Consolas"/>
                <a:ea typeface="Consolas"/>
                <a:cs typeface="Consolas"/>
              </a:rPr>
              <a:t>8 # → 즉시 버그 위치를 좁힐 수 있음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572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572000" cy="1188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24028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테스트는 ‘작게, 자주’ 작성하면 디버깅이 빨라진다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경계값 테스트: 0, 음수, 빈 입력 등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LLM에게 ‘테스트 케이스 5개 생성’ 요청해보기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통과/실패 결과를 보고 코드 수정 → 다시 실행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AI 답변 검증 체크리스트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요구사항(입력/출력/예외)을 모두 만족하는가?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return/print가 목적에 맞게 사용되었는가?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전역 변수/복잡한 의존성(불필요한 라이브러리)이 없는가?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내 컴퓨터에서 그대로 실행되는가? (직접 실행 필수)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엣지 케이스 테스트를 통과하는가?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미니 퀴즈(5문항)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문항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1) 매개변수(parameter)와 인자(argument)의 차이는?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2) return과 print의 차이를 한 문장으로 설명해보자.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3) 기본값 매개변수는 언제 유용한가?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4) import 모듈 as 별칭 을 쓰는 이유는?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sz="18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5) 함수 안에서 만든 변수는 기본적으로 (지역/전역) 중 무엇인가?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532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Malgun Gothic"/>
                <a:ea typeface="Malgun Gothic"/>
                <a:cs typeface="Malgun Gothic"/>
              </a:rPr>
              <a:t>정답 예시: 1) 정의/호출 시점, 2) 값 반환 vs 화면 출력, 3) 자주 쓰는 옵션, 4) 긴 이름 단축, 5) 지역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과제/연습문제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필수: 함수 5개 이상 사용하는 프로그램 1개 제출(실습 3 택1 확장 가능)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조건: 입력 검증(try/except) 또는 assert 테스트 3개 중 1개 이상 포함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표준 라이브러리 1개 이상 사용 (random/math/datetime 등)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제출물: .py 파일 + README(실행 방법, AI 활용 내역)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권장: ‘AI가 만든 코드’ 그대로 제출 금지 → 본인이 이해하고 수정한 흔적 남기기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30352"/>
          </a:xfrm>
          <a:prstGeom prst="rect">
            <a:avLst/>
          </a:prstGeom>
          <a:solidFill>
            <a:srgbClr val="0B1F3B"/>
          </a:solidFill>
          <a:ln w="12700"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2000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AI활용프로그래밍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28016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B"/>
                </a:solidFill>
                <a:latin typeface="Malgun Gothic"/>
                <a:ea typeface="Malgun Gothic"/>
                <a:cs typeface="Malgun Gothic"/>
              </a:rPr>
              <a:t>요약 &amp; 다음 주 예고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600200"/>
            <a:ext cx="10817352" cy="4453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10058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오늘: 함수로 코드 구조화(def/return/scope) + 모듈/라이브러리 활용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핵심: 작은 함수 + 명확한 입력/출력 + 간단한 테스트(assert)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With AI: 설계→코드→테스트를 한 번에 요구하면 품질이 좋아진다</a:t>
            </a:r>
          </a:p>
          <a:p>
            <a:pPr marL="355600" indent="-355600">
              <a:lnSpc>
                <a:spcPct val="115000"/>
              </a:lnSpc>
              <a:buSzPct val="10000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sz="220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다음 주(6주): 리스트 자료구조 + LLM 사용 연습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2323</Words>
  <Application>Microsoft Office PowerPoint</Application>
  <PresentationFormat>와이드스크린</PresentationFormat>
  <Paragraphs>351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0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이영호</cp:lastModifiedBy>
  <cp:revision>1</cp:revision>
  <dcterms:created xsi:type="dcterms:W3CDTF">2013-01-27T09:14:16Z</dcterms:created>
  <dcterms:modified xsi:type="dcterms:W3CDTF">2026-02-20T11:19:47Z</dcterms:modified>
  <cp:category/>
</cp:coreProperties>
</file>