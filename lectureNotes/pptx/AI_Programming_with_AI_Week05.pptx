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97112" y="3931920"/>
            <a:ext cx="3840480" cy="3840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>
                <a:solidFill>
                  <a:srgbClr val="D1FAE5"/>
                </a:solidFill>
                <a:latin typeface="Malgun Gothic"/>
              </a:rPr>
              <a:t>Week 5. 함수와 라이브러리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Malgun Gothic"/>
              </a:rPr>
              <a:t>코드에 이름 붙여 다시 쓰기 · 남이 만든 도구 가져다 쓰기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학습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자주 쓰는 코드에 이름을 붙여 다시 쓸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값을 넘겨 주고 결과를 돌려받을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return과 print의 차이를 설명할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이미 만들어진 도구를 가져다 쓸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오늘의 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코드에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붙이기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값을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넘겨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주고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돌려받기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return과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print는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다르다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이미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만들어진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도구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가져다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쓰기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With AI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틀린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고치기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3개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같은 코드를 또 쓰게 될 때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인사말을 세 사람에게 하려면 세 번 적어야 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고칠 일이 생기면 세 곳을 다 고쳐야 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한 곳만 고치고 나머지를 잊으면 버그가 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그래서 한 번 적고 이름을 붙여 다시 씁니다.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코드에 이름 붙이기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def greet():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print("안녕하세요")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greet()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안녕하세요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def 로 만들고, 이름을 적어 부릅니다.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만들기만 하면 아무 일도 일어나지 않습니다.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부르는 줄이 있어야 실행됩니다.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안쪽 줄은 들여쓰기로 묶습니다.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함수(function) — 코드 묶음에 붙인 이름. 전자레인지의 '해동' 버튼처럼 눌러서 씁니다.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값을 넘겨 주기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def greet(name):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print(name + "님 안녕하세요")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greet("김민수")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김민수님 안녕하세요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괄호 안의 name 이 받을 자리입니다.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부를 때 넣은 값이 그 자리에 들어갑니다.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받을 자리를 만들었으면 값을 꼭 넣어야 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매개변수(parameter) — 함수를 만들 때 정해 둔 받을 자리. 택배 받을 주소 칸과 같습니다.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인자(argument) — 함수를 부를 때 실제로 넣는 값. 그 칸에 적어 넣는 실제 주소입니다.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여러 번 불러 쓰기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def greet(name):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print(name + "님 안녕하세요")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greet("김민수")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greet("이영희")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김민수님 안녕하세요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이영희님 안녕하세요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한 번 만들어 두고 값만 바꿔 부릅니다.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인사말을 고칠 일이 생기면 한 곳만 고칩니다.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이것이 이름을 붙이는 가장 큰 이유입니다.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결과를 돌려받고 싶을 때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화면에 보여 주는 것으로 끝나지 않을 때가 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계산 결과를 받아서 또 계산해야 할 때가 그렇습니다.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그럴 때는 return 으로 값을 돌려줍니다.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return 을 만나면 함수는 거기서 끝납니다.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반환(return) — 함수가 결과값을 돌려주는 일. 자판기가 물건을 내주는 것과 같습니다.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값을 돌려주기 (return)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def add(a, b):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return a + b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print(add(2, 3))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받을 자리는 여러 개를 둘 수 있습니다.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return 이 돌려준 값이 add(2, 3) 자리에 들어갑니다.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돌려받은 값은 다시 계산에 쓸 수 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return과 print는 다릅니다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print 는 사람에게 보여 주기만 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return 은 코드에게 값을 건네줍니다.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보여 주기만 하면 그 값을 다시 쓸 수 없습니다.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이것이 이번 주 가장 흔한 실수입니다.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print만 하면 값을 못 씁니다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def add(a, b):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print(a + b)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result = add(2, 3)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print(result)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5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화면에는 5가 보이니 맞은 것 같습니다.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그런데 돌려준 값이 없어 result 는 None 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None 은 '아무 값도 없음'을 뜻합니다.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print 를 return 으로 바꿔야 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미리 정해 둔 값 (기본값)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def greet(name, msg="안녕"):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return msg + ", " + name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print(greet("철수"))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print(greet("영희", "반가워"))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안녕, 철수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반가워, 영희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909779" cy="142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>
                <a:solidFill>
                  <a:srgbClr val="0F172A"/>
                </a:solidFill>
                <a:latin typeface="Malgun Gothic"/>
              </a:rPr>
              <a:t>=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뒤에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적은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값이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기본값입니다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>
                <a:solidFill>
                  <a:srgbClr val="0F172A"/>
                </a:solidFill>
                <a:latin typeface="Malgun Gothic"/>
              </a:rPr>
              <a:t>안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넣으면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기본값이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쓰입니다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넣으면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넣은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값이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기본값을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대신합니다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자주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쓰는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값을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기본값으로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두면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편합니다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함수 안의 이름은 밖에서 못 씁니다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함수 안에서 만든 이름은 그 안에서만 삽니다.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함수가 끝나면 그 이름은 사라집니다.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밖에서 부르면 '그런 이름이 없다'고 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밖에서도 쓰려면 return 으로 돌려받아야 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밖에서 부르면 오류가 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def f():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x = 3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NameError: name 'x' is not defined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x 는 함수 안에서만 있던 이름입니다.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함수가 끝나면서 같이 사라졌습니다.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return x 로 돌려받으면 쓸 수 있습니다.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남이 만든 도구 가져다 쓰기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자주 쓰는 기능은 이미 누가 만들어 두었습니다.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import 로 가져와서 이름 앞에 붙여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코랩에는 웬만한 것이 이미 들어 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없다고 하면 !pip install 이름 한 줄이면 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라이브러리(library) — 미리 만들어 놓은 기능 묶음. 공구함에서 필요한 공구를 꺼내 쓰는 것과 같습니다.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모듈(module) — 라이브러리를 이루는 파일 하나. math, random 이 각각 모듈입니다.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math로 제곱근 구하기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math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print(math.sqrt(16))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4.0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맨 위에 import 를 한 줄 씁니다.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math.sqrt 처럼 앞에 이름을 붙여 부릅니다.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sqrt 는 제곱근을 구해 돌려줍니다.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4가 아니라 4.0 인 것에 주의하세요.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random으로 주사위 굴리기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random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print(random.randint(1, 6))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 실행할 때마다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 다른 숫자가 나옵니다.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 1, 6 둘 다 나올 수 있습니다.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randint(1, 6)은 1부터 6 사이 정수를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range 와 달리 끝 숫자 6도 나옵니다.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실행할 때마다 결과가 달라집니다.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그래서 이 슬라이드에는 결과를 적지 않았습니다.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이번 주 흔한 실수 다섯 가지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만들기만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하고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부르지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않음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부를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때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값을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빠뜨림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return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대신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print 만 씀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함수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안에서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만든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이름을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밖에서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씀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import 를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빠뜨리고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math.sqrt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를 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With AI: 오늘은 '고치는 용도'로만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이번 학기 전반부(1~7주) 규칙입니다.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'함수를 만들어 줘'라고 하지 않습니다.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내가 만든 함수의 틀린 곳만 물어봅니다.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함수는 직접 짜 봐야 구조가 손에 붙습니다.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프롬프트(prompt) — AI에게 주는 질문이나 지시. 자세할수록 답이 좋아집니다.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프롬프트 템플릿 (오류 수정)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나는 파이썬을 처음 배웁니다.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아래 함수가 원하는 대로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동작하지 않습니다.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[내 코드]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(함수 정의와 부르는 줄을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함께 붙여넣기)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[기대한 답]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[실제 나온 답 또는 오류]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1) 왜 그런지 두 줄로 설명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2) 고칠 곳만 표시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3) 전체 코드는 주지 마세요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함수만 붙이면 안 됩니다. 부르는 줄도 같이 붙입니다.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오류는 대개 부르는 쪽에서 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기대한 답과 실제 답을 나란히 적습니다.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답을 받으면 내가 직접 고쳐 실행합니다.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1. 값을 빠뜨리고 부른 함수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아래 코드를 코드 칸에 넣고 실행합니다.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빨간 글씨의 마지막 줄을 읽습니다.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무엇이 빠졌다고 하는지 확인합니다.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고친 뒤 다시 실행합니다.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실행하면 숫자 하나가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def add(a, b):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return a + b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print(add(1))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이런 오류가 납니다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TypeError: add() missing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1 required positional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argument: 'b'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힌트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missing 은 "빠졌다",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argument 는 "넣는 값"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입니다.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2. return을 빠뜨린 함수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코드를 실행합니다. 먼저 5가 보입니다.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그런데 그 아래에서 오류가 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NoneType 이 왜 나왔는지 생각합니다.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한 단어만 고쳐 다시 실행합니다.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실행하면 5와 10이 차례로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def add(a, b):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print(a + b)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result = add(2, 3)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print(result * 2)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이런 오류가 납니다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TypeError: unsupported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operand type(s) for *: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'NoneType' and 'int'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힌트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화면에 보이는 것과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돌려주는 것은 다릅니다.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3. 함수 안 이름을 밖에서 쓴 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코드를 실행해 오류 이름을 확인합니다.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total 이 어디서 만들어졌는지 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밖에서도 쓰려면 무엇이 필요할지 생각합니다.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고친 뒤 다시 실행합니다.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실행하면 3 이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def calc():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total = 1 + 2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calc()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print(total)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이런 오류가 납니다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NameError: name 'total'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is not defined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힌트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return 으로 돌려주고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받아 두어야 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AI 답변 확인하는 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고친 코드를 직접 실행해 봤는가?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값을 바꿔 불러도 잘 되는가?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돌려받은 값을 실제로 써 봤는가?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고친 이유를 내 말로 말할 수 있는가?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미니 퀴즈 (5문항)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335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만들기만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하고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안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부르면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어떻게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될까요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print와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return의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차이는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무엇일까요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돌려주지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않는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함수의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결과는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 (0 / None)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함수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안에서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만든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이름을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밖에서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쓸 수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있을까요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math를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쓰려면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맨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위에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적을까요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  <a:endParaRPr lang="en-US"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정답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: 1-아무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일도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안 남, 2-보여주기·돌려주기, 3-None, 4-없음, </a:t>
            </a:r>
            <a:endParaRPr lang="en-US"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lang="en-US" sz="2200" dirty="0">
                <a:solidFill>
                  <a:srgbClr val="0F172A"/>
                </a:solidFill>
                <a:latin typeface="Malgun Gothic"/>
              </a:rPr>
              <a:t>        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5-import math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과제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필수 — 섭씨를 화씨로 바꿔 돌려주는 함수 만들기.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화씨 = 섭씨 × 9 / 5 + 32 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0, 25, 100 을 넣어 결과를 적어 둡니다.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제출은 코랩 공유 링크 또는 .ipynb 파일.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도전(선택) — random으로 가위바위보 내기 정하기.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 정리 &amp; 다음 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자주 쓰는 코드는 이름을 붙여 다시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받을 자리를 만들고, 부를 때 값을 넣습니다.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돌려받으려면 return 이 필요합니다.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이미 만들어진 도구는 import 로 가져옵니다.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다음 주 — 값 여러 개를 한 줄에 담아 다룹니다.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1837</Words>
  <Application>Microsoft Office PowerPoint</Application>
  <PresentationFormat>와이드스크린</PresentationFormat>
  <Paragraphs>390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Yeongju KIM</cp:lastModifiedBy>
  <cp:revision>3</cp:revision>
  <dcterms:created xsi:type="dcterms:W3CDTF">2013-01-27T09:14:16Z</dcterms:created>
  <dcterms:modified xsi:type="dcterms:W3CDTF">2026-08-31T06:05:42Z</dcterms:modified>
  <cp:category/>
</cp:coreProperties>
</file>