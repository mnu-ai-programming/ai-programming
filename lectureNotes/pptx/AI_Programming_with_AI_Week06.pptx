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708" y="2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ungho Lee" userId="8d4cb33d81fe8010" providerId="LiveId" clId="{95971DB8-E339-4B32-80CF-0D8F9D8B87F2}"/>
    <pc:docChg chg="custSel delSld modSld">
      <pc:chgData name="Youngho Lee" userId="8d4cb33d81fe8010" providerId="LiveId" clId="{95971DB8-E339-4B32-80CF-0D8F9D8B87F2}" dt="2026-02-20T11:22:25.496" v="80" actId="478"/>
      <pc:docMkLst>
        <pc:docMk/>
      </pc:docMkLst>
      <pc:sldChg chg="delSp mod">
        <pc:chgData name="Youngho Lee" userId="8d4cb33d81fe8010" providerId="LiveId" clId="{95971DB8-E339-4B32-80CF-0D8F9D8B87F2}" dt="2026-02-20T11:20:14.739" v="0" actId="478"/>
        <pc:sldMkLst>
          <pc:docMk/>
          <pc:sldMk cId="0" sldId="256"/>
        </pc:sldMkLst>
        <pc:spChg chg="del">
          <ac:chgData name="Youngho Lee" userId="8d4cb33d81fe8010" providerId="LiveId" clId="{95971DB8-E339-4B32-80CF-0D8F9D8B87F2}" dt="2026-02-20T11:20:14.739" v="0" actId="478"/>
          <ac:spMkLst>
            <pc:docMk/>
            <pc:sldMk cId="0" sldId="256"/>
            <ac:spMk id="7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0:21.246" v="3" actId="12"/>
        <pc:sldMkLst>
          <pc:docMk/>
          <pc:sldMk cId="0" sldId="257"/>
        </pc:sldMkLst>
        <pc:spChg chg="del">
          <ac:chgData name="Youngho Lee" userId="8d4cb33d81fe8010" providerId="LiveId" clId="{95971DB8-E339-4B32-80CF-0D8F9D8B87F2}" dt="2026-02-20T11:20:18.513" v="1" actId="478"/>
          <ac:spMkLst>
            <pc:docMk/>
            <pc:sldMk cId="0" sldId="257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0:21.246" v="3" actId="12"/>
          <ac:spMkLst>
            <pc:docMk/>
            <pc:sldMk cId="0" sldId="257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25.496" v="80" actId="478"/>
        <pc:sldMkLst>
          <pc:docMk/>
          <pc:sldMk cId="0" sldId="258"/>
        </pc:sldMkLst>
        <pc:spChg chg="del">
          <ac:chgData name="Youngho Lee" userId="8d4cb33d81fe8010" providerId="LiveId" clId="{95971DB8-E339-4B32-80CF-0D8F9D8B87F2}" dt="2026-02-20T11:22:25.496" v="80" actId="478"/>
          <ac:spMkLst>
            <pc:docMk/>
            <pc:sldMk cId="0" sldId="258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0:23.887" v="4" actId="120"/>
          <ac:spMkLst>
            <pc:docMk/>
            <pc:sldMk cId="0" sldId="258"/>
            <ac:spMk id="11" creationId="{00000000-0000-0000-0000-000000000000}"/>
          </ac:spMkLst>
        </pc:spChg>
      </pc:sldChg>
      <pc:sldChg chg="modSp del mod">
        <pc:chgData name="Youngho Lee" userId="8d4cb33d81fe8010" providerId="LiveId" clId="{95971DB8-E339-4B32-80CF-0D8F9D8B87F2}" dt="2026-02-20T11:20:29.025" v="7" actId="47"/>
        <pc:sldMkLst>
          <pc:docMk/>
          <pc:sldMk cId="0" sldId="259"/>
        </pc:sldMkLst>
        <pc:spChg chg="mod">
          <ac:chgData name="Youngho Lee" userId="8d4cb33d81fe8010" providerId="LiveId" clId="{95971DB8-E339-4B32-80CF-0D8F9D8B87F2}" dt="2026-02-20T11:20:26.728" v="6" actId="12"/>
          <ac:spMkLst>
            <pc:docMk/>
            <pc:sldMk cId="0" sldId="259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24.001" v="79" actId="478"/>
        <pc:sldMkLst>
          <pc:docMk/>
          <pc:sldMk cId="0" sldId="260"/>
        </pc:sldMkLst>
        <pc:spChg chg="del">
          <ac:chgData name="Youngho Lee" userId="8d4cb33d81fe8010" providerId="LiveId" clId="{95971DB8-E339-4B32-80CF-0D8F9D8B87F2}" dt="2026-02-20T11:22:24.001" v="79" actId="478"/>
          <ac:spMkLst>
            <pc:docMk/>
            <pc:sldMk cId="0" sldId="260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0:31.816" v="9" actId="12"/>
          <ac:spMkLst>
            <pc:docMk/>
            <pc:sldMk cId="0" sldId="260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22.497" v="78" actId="478"/>
        <pc:sldMkLst>
          <pc:docMk/>
          <pc:sldMk cId="0" sldId="261"/>
        </pc:sldMkLst>
        <pc:spChg chg="del">
          <ac:chgData name="Youngho Lee" userId="8d4cb33d81fe8010" providerId="LiveId" clId="{95971DB8-E339-4B32-80CF-0D8F9D8B87F2}" dt="2026-02-20T11:22:22.497" v="78" actId="478"/>
          <ac:spMkLst>
            <pc:docMk/>
            <pc:sldMk cId="0" sldId="261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0:34.140" v="10" actId="120"/>
          <ac:spMkLst>
            <pc:docMk/>
            <pc:sldMk cId="0" sldId="261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0:37.010" v="12" actId="12"/>
          <ac:spMkLst>
            <pc:docMk/>
            <pc:sldMk cId="0" sldId="261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21.082" v="77" actId="478"/>
        <pc:sldMkLst>
          <pc:docMk/>
          <pc:sldMk cId="0" sldId="262"/>
        </pc:sldMkLst>
        <pc:spChg chg="del">
          <ac:chgData name="Youngho Lee" userId="8d4cb33d81fe8010" providerId="LiveId" clId="{95971DB8-E339-4B32-80CF-0D8F9D8B87F2}" dt="2026-02-20T11:22:21.082" v="77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0:39.811" v="13" actId="120"/>
          <ac:spMkLst>
            <pc:docMk/>
            <pc:sldMk cId="0" sldId="262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0:42.673" v="15" actId="120"/>
          <ac:spMkLst>
            <pc:docMk/>
            <pc:sldMk cId="0" sldId="262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19.498" v="76" actId="478"/>
        <pc:sldMkLst>
          <pc:docMk/>
          <pc:sldMk cId="0" sldId="263"/>
        </pc:sldMkLst>
        <pc:spChg chg="del">
          <ac:chgData name="Youngho Lee" userId="8d4cb33d81fe8010" providerId="LiveId" clId="{95971DB8-E339-4B32-80CF-0D8F9D8B87F2}" dt="2026-02-20T11:22:19.498" v="76" actId="478"/>
          <ac:spMkLst>
            <pc:docMk/>
            <pc:sldMk cId="0" sldId="263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0:46.128" v="17" actId="12"/>
          <ac:spMkLst>
            <pc:docMk/>
            <pc:sldMk cId="0" sldId="263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17.887" v="75" actId="478"/>
        <pc:sldMkLst>
          <pc:docMk/>
          <pc:sldMk cId="0" sldId="264"/>
        </pc:sldMkLst>
        <pc:spChg chg="del">
          <ac:chgData name="Youngho Lee" userId="8d4cb33d81fe8010" providerId="LiveId" clId="{95971DB8-E339-4B32-80CF-0D8F9D8B87F2}" dt="2026-02-20T11:22:17.887" v="75" actId="478"/>
          <ac:spMkLst>
            <pc:docMk/>
            <pc:sldMk cId="0" sldId="264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0:48.477" v="18" actId="120"/>
          <ac:spMkLst>
            <pc:docMk/>
            <pc:sldMk cId="0" sldId="264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0:50.902" v="20" actId="12"/>
          <ac:spMkLst>
            <pc:docMk/>
            <pc:sldMk cId="0" sldId="264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16.342" v="74" actId="478"/>
        <pc:sldMkLst>
          <pc:docMk/>
          <pc:sldMk cId="0" sldId="265"/>
        </pc:sldMkLst>
        <pc:spChg chg="del">
          <ac:chgData name="Youngho Lee" userId="8d4cb33d81fe8010" providerId="LiveId" clId="{95971DB8-E339-4B32-80CF-0D8F9D8B87F2}" dt="2026-02-20T11:22:16.342" v="74" actId="478"/>
          <ac:spMkLst>
            <pc:docMk/>
            <pc:sldMk cId="0" sldId="265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0:54.764" v="22" actId="12"/>
          <ac:spMkLst>
            <pc:docMk/>
            <pc:sldMk cId="0" sldId="265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14.517" v="73" actId="478"/>
        <pc:sldMkLst>
          <pc:docMk/>
          <pc:sldMk cId="0" sldId="266"/>
        </pc:sldMkLst>
        <pc:spChg chg="del">
          <ac:chgData name="Youngho Lee" userId="8d4cb33d81fe8010" providerId="LiveId" clId="{95971DB8-E339-4B32-80CF-0D8F9D8B87F2}" dt="2026-02-20T11:22:14.517" v="73" actId="478"/>
          <ac:spMkLst>
            <pc:docMk/>
            <pc:sldMk cId="0" sldId="266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0:57.395" v="23" actId="120"/>
          <ac:spMkLst>
            <pc:docMk/>
            <pc:sldMk cId="0" sldId="266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00.780" v="25" actId="12"/>
          <ac:spMkLst>
            <pc:docMk/>
            <pc:sldMk cId="0" sldId="266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12.756" v="72" actId="478"/>
        <pc:sldMkLst>
          <pc:docMk/>
          <pc:sldMk cId="0" sldId="267"/>
        </pc:sldMkLst>
        <pc:spChg chg="del">
          <ac:chgData name="Youngho Lee" userId="8d4cb33d81fe8010" providerId="LiveId" clId="{95971DB8-E339-4B32-80CF-0D8F9D8B87F2}" dt="2026-02-20T11:22:12.756" v="72" actId="47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03.513" v="27" actId="12"/>
          <ac:spMkLst>
            <pc:docMk/>
            <pc:sldMk cId="0" sldId="267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11.247" v="71" actId="478"/>
        <pc:sldMkLst>
          <pc:docMk/>
          <pc:sldMk cId="0" sldId="268"/>
        </pc:sldMkLst>
        <pc:spChg chg="del">
          <ac:chgData name="Youngho Lee" userId="8d4cb33d81fe8010" providerId="LiveId" clId="{95971DB8-E339-4B32-80CF-0D8F9D8B87F2}" dt="2026-02-20T11:22:11.247" v="71" actId="478"/>
          <ac:spMkLst>
            <pc:docMk/>
            <pc:sldMk cId="0" sldId="268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05.710" v="28" actId="120"/>
          <ac:spMkLst>
            <pc:docMk/>
            <pc:sldMk cId="0" sldId="268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08.181" v="30" actId="12"/>
          <ac:spMkLst>
            <pc:docMk/>
            <pc:sldMk cId="0" sldId="268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09.725" v="70" actId="478"/>
        <pc:sldMkLst>
          <pc:docMk/>
          <pc:sldMk cId="0" sldId="269"/>
        </pc:sldMkLst>
        <pc:spChg chg="del">
          <ac:chgData name="Youngho Lee" userId="8d4cb33d81fe8010" providerId="LiveId" clId="{95971DB8-E339-4B32-80CF-0D8F9D8B87F2}" dt="2026-02-20T11:22:09.725" v="70" actId="478"/>
          <ac:spMkLst>
            <pc:docMk/>
            <pc:sldMk cId="0" sldId="269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10.378" v="31" actId="120"/>
          <ac:spMkLst>
            <pc:docMk/>
            <pc:sldMk cId="0" sldId="269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12.921" v="33" actId="12"/>
          <ac:spMkLst>
            <pc:docMk/>
            <pc:sldMk cId="0" sldId="269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08.073" v="69" actId="478"/>
        <pc:sldMkLst>
          <pc:docMk/>
          <pc:sldMk cId="0" sldId="270"/>
        </pc:sldMkLst>
        <pc:spChg chg="del">
          <ac:chgData name="Youngho Lee" userId="8d4cb33d81fe8010" providerId="LiveId" clId="{95971DB8-E339-4B32-80CF-0D8F9D8B87F2}" dt="2026-02-20T11:22:08.073" v="69" actId="478"/>
          <ac:spMkLst>
            <pc:docMk/>
            <pc:sldMk cId="0" sldId="270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15.436" v="35" actId="12"/>
          <ac:spMkLst>
            <pc:docMk/>
            <pc:sldMk cId="0" sldId="270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06.700" v="68" actId="478"/>
        <pc:sldMkLst>
          <pc:docMk/>
          <pc:sldMk cId="0" sldId="271"/>
        </pc:sldMkLst>
        <pc:spChg chg="del">
          <ac:chgData name="Youngho Lee" userId="8d4cb33d81fe8010" providerId="LiveId" clId="{95971DB8-E339-4B32-80CF-0D8F9D8B87F2}" dt="2026-02-20T11:22:06.700" v="68" actId="478"/>
          <ac:spMkLst>
            <pc:docMk/>
            <pc:sldMk cId="0" sldId="271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19.345" v="38" actId="12"/>
          <ac:spMkLst>
            <pc:docMk/>
            <pc:sldMk cId="0" sldId="271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21.664" v="40" actId="12"/>
          <ac:spMkLst>
            <pc:docMk/>
            <pc:sldMk cId="0" sldId="271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04.609" v="67" actId="478"/>
        <pc:sldMkLst>
          <pc:docMk/>
          <pc:sldMk cId="0" sldId="272"/>
        </pc:sldMkLst>
        <pc:spChg chg="del">
          <ac:chgData name="Youngho Lee" userId="8d4cb33d81fe8010" providerId="LiveId" clId="{95971DB8-E339-4B32-80CF-0D8F9D8B87F2}" dt="2026-02-20T11:22:04.609" v="67" actId="478"/>
          <ac:spMkLst>
            <pc:docMk/>
            <pc:sldMk cId="0" sldId="272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25.185" v="43" actId="12"/>
          <ac:spMkLst>
            <pc:docMk/>
            <pc:sldMk cId="0" sldId="272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03.185" v="66" actId="478"/>
        <pc:sldMkLst>
          <pc:docMk/>
          <pc:sldMk cId="0" sldId="273"/>
        </pc:sldMkLst>
        <pc:spChg chg="del">
          <ac:chgData name="Youngho Lee" userId="8d4cb33d81fe8010" providerId="LiveId" clId="{95971DB8-E339-4B32-80CF-0D8F9D8B87F2}" dt="2026-02-20T11:22:03.185" v="66" actId="478"/>
          <ac:spMkLst>
            <pc:docMk/>
            <pc:sldMk cId="0" sldId="273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27.626" v="44" actId="120"/>
          <ac:spMkLst>
            <pc:docMk/>
            <pc:sldMk cId="0" sldId="273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29.952" v="46" actId="12"/>
          <ac:spMkLst>
            <pc:docMk/>
            <pc:sldMk cId="0" sldId="273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01.697" v="65" actId="478"/>
        <pc:sldMkLst>
          <pc:docMk/>
          <pc:sldMk cId="0" sldId="274"/>
        </pc:sldMkLst>
        <pc:spChg chg="del">
          <ac:chgData name="Youngho Lee" userId="8d4cb33d81fe8010" providerId="LiveId" clId="{95971DB8-E339-4B32-80CF-0D8F9D8B87F2}" dt="2026-02-20T11:22:01.697" v="65" actId="478"/>
          <ac:spMkLst>
            <pc:docMk/>
            <pc:sldMk cId="0" sldId="274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35.302" v="48" actId="12"/>
          <ac:spMkLst>
            <pc:docMk/>
            <pc:sldMk cId="0" sldId="274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2:00.274" v="64" actId="478"/>
        <pc:sldMkLst>
          <pc:docMk/>
          <pc:sldMk cId="0" sldId="275"/>
        </pc:sldMkLst>
        <pc:spChg chg="del">
          <ac:chgData name="Youngho Lee" userId="8d4cb33d81fe8010" providerId="LiveId" clId="{95971DB8-E339-4B32-80CF-0D8F9D8B87F2}" dt="2026-02-20T11:22:00.274" v="64" actId="478"/>
          <ac:spMkLst>
            <pc:docMk/>
            <pc:sldMk cId="0" sldId="275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37.763" v="50" actId="12"/>
          <ac:spMkLst>
            <pc:docMk/>
            <pc:sldMk cId="0" sldId="275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1:58.838" v="63" actId="478"/>
        <pc:sldMkLst>
          <pc:docMk/>
          <pc:sldMk cId="0" sldId="276"/>
        </pc:sldMkLst>
        <pc:spChg chg="del">
          <ac:chgData name="Youngho Lee" userId="8d4cb33d81fe8010" providerId="LiveId" clId="{95971DB8-E339-4B32-80CF-0D8F9D8B87F2}" dt="2026-02-20T11:21:58.838" v="63" actId="478"/>
          <ac:spMkLst>
            <pc:docMk/>
            <pc:sldMk cId="0" sldId="276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40.179" v="52" actId="12"/>
          <ac:spMkLst>
            <pc:docMk/>
            <pc:sldMk cId="0" sldId="276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1:57.279" v="62" actId="478"/>
        <pc:sldMkLst>
          <pc:docMk/>
          <pc:sldMk cId="0" sldId="277"/>
        </pc:sldMkLst>
        <pc:spChg chg="del">
          <ac:chgData name="Youngho Lee" userId="8d4cb33d81fe8010" providerId="LiveId" clId="{95971DB8-E339-4B32-80CF-0D8F9D8B87F2}" dt="2026-02-20T11:21:57.279" v="62" actId="478"/>
          <ac:spMkLst>
            <pc:docMk/>
            <pc:sldMk cId="0" sldId="277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42.550" v="54" actId="12"/>
          <ac:spMkLst>
            <pc:docMk/>
            <pc:sldMk cId="0" sldId="277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21:55.569" v="61" actId="478"/>
        <pc:sldMkLst>
          <pc:docMk/>
          <pc:sldMk cId="0" sldId="278"/>
        </pc:sldMkLst>
        <pc:spChg chg="del">
          <ac:chgData name="Youngho Lee" userId="8d4cb33d81fe8010" providerId="LiveId" clId="{95971DB8-E339-4B32-80CF-0D8F9D8B87F2}" dt="2026-02-20T11:21:55.569" v="61" actId="478"/>
          <ac:spMkLst>
            <pc:docMk/>
            <pc:sldMk cId="0" sldId="278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21:45.064" v="56" actId="12"/>
          <ac:spMkLst>
            <pc:docMk/>
            <pc:sldMk cId="0" sldId="278"/>
            <ac:spMk id="11" creationId="{00000000-0000-0000-0000-000000000000}"/>
          </ac:spMkLst>
        </pc:spChg>
      </pc:sldChg>
      <pc:sldChg chg="modSp mod">
        <pc:chgData name="Youngho Lee" userId="8d4cb33d81fe8010" providerId="LiveId" clId="{95971DB8-E339-4B32-80CF-0D8F9D8B87F2}" dt="2026-02-20T11:21:47.273" v="58" actId="12"/>
        <pc:sldMkLst>
          <pc:docMk/>
          <pc:sldMk cId="0" sldId="279"/>
        </pc:sldMkLst>
        <pc:spChg chg="mod">
          <ac:chgData name="Youngho Lee" userId="8d4cb33d81fe8010" providerId="LiveId" clId="{95971DB8-E339-4B32-80CF-0D8F9D8B87F2}" dt="2026-02-20T11:21:47.273" v="58" actId="12"/>
          <ac:spMkLst>
            <pc:docMk/>
            <pc:sldMk cId="0" sldId="279"/>
            <ac:spMk id="11" creationId="{00000000-0000-0000-0000-000000000000}"/>
          </ac:spMkLst>
        </pc:spChg>
      </pc:sldChg>
      <pc:sldChg chg="modSp mod">
        <pc:chgData name="Youngho Lee" userId="8d4cb33d81fe8010" providerId="LiveId" clId="{95971DB8-E339-4B32-80CF-0D8F9D8B87F2}" dt="2026-02-20T11:21:49.659" v="60" actId="12"/>
        <pc:sldMkLst>
          <pc:docMk/>
          <pc:sldMk cId="0" sldId="280"/>
        </pc:sldMkLst>
        <pc:spChg chg="mod">
          <ac:chgData name="Youngho Lee" userId="8d4cb33d81fe8010" providerId="LiveId" clId="{95971DB8-E339-4B32-80CF-0D8F9D8B87F2}" dt="2026-02-20T11:21:49.659" v="60" actId="12"/>
          <ac:spMkLst>
            <pc:docMk/>
            <pc:sldMk cId="0" sldId="280"/>
            <ac:spMk id="11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899855" y="3931920"/>
            <a:ext cx="3840480" cy="384048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628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606040"/>
            <a:ext cx="103628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D1FAE5"/>
                </a:solidFill>
                <a:latin typeface="Malgun Gothic"/>
              </a:rPr>
              <a:t>Week 6. 리스트 자료구조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246120"/>
            <a:ext cx="1036289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2E8F0"/>
                </a:solidFill>
                <a:latin typeface="Malgun Gothic"/>
              </a:rPr>
              <a:t>list로 여러 데이터를 다루는 방법 + With AI 실습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학습 목표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리스트</a:t>
            </a:r>
            <a:r>
              <a:rPr dirty="0"/>
              <a:t>(list)의 </a:t>
            </a:r>
            <a:r>
              <a:rPr dirty="0" err="1"/>
              <a:t>특징과</a:t>
            </a:r>
            <a:r>
              <a:rPr dirty="0"/>
              <a:t> </a:t>
            </a:r>
            <a:r>
              <a:rPr dirty="0" err="1"/>
              <a:t>사용</a:t>
            </a:r>
            <a:r>
              <a:rPr dirty="0"/>
              <a:t> </a:t>
            </a:r>
            <a:r>
              <a:rPr dirty="0" err="1"/>
              <a:t>목적을</a:t>
            </a:r>
            <a:r>
              <a:rPr dirty="0"/>
              <a:t> </a:t>
            </a:r>
            <a:r>
              <a:rPr dirty="0" err="1"/>
              <a:t>설명할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인덱싱</a:t>
            </a:r>
            <a:r>
              <a:rPr dirty="0"/>
              <a:t>/</a:t>
            </a:r>
            <a:r>
              <a:rPr dirty="0" err="1"/>
              <a:t>슬라이싱으로</a:t>
            </a:r>
            <a:r>
              <a:rPr dirty="0"/>
              <a:t> </a:t>
            </a:r>
            <a:r>
              <a:rPr dirty="0" err="1"/>
              <a:t>데이터를</a:t>
            </a:r>
            <a:r>
              <a:rPr dirty="0"/>
              <a:t> </a:t>
            </a:r>
            <a:r>
              <a:rPr dirty="0" err="1"/>
              <a:t>읽고</a:t>
            </a:r>
            <a:r>
              <a:rPr dirty="0"/>
              <a:t> </a:t>
            </a:r>
            <a:r>
              <a:rPr dirty="0" err="1"/>
              <a:t>수정할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리스트</a:t>
            </a:r>
            <a:r>
              <a:rPr dirty="0"/>
              <a:t> </a:t>
            </a:r>
            <a:r>
              <a:rPr dirty="0" err="1"/>
              <a:t>메서드</a:t>
            </a:r>
            <a:r>
              <a:rPr dirty="0"/>
              <a:t>(append, pop, sort 등)를 </a:t>
            </a:r>
            <a:r>
              <a:rPr dirty="0" err="1"/>
              <a:t>활용할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LLM을</a:t>
            </a:r>
            <a:r>
              <a:rPr dirty="0"/>
              <a:t> </a:t>
            </a:r>
            <a:r>
              <a:rPr dirty="0" err="1"/>
              <a:t>활용해</a:t>
            </a:r>
            <a:r>
              <a:rPr dirty="0"/>
              <a:t> </a:t>
            </a:r>
            <a:r>
              <a:rPr dirty="0" err="1"/>
              <a:t>리스트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문제를</a:t>
            </a:r>
            <a:r>
              <a:rPr dirty="0"/>
              <a:t> </a:t>
            </a:r>
            <a:r>
              <a:rPr dirty="0" err="1"/>
              <a:t>설계·구현·개선할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3/25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오늘의 구성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1) </a:t>
            </a:r>
            <a:r>
              <a:rPr dirty="0" err="1"/>
              <a:t>리스트</a:t>
            </a:r>
            <a:r>
              <a:rPr dirty="0"/>
              <a:t> </a:t>
            </a:r>
            <a:r>
              <a:rPr dirty="0" err="1"/>
              <a:t>개념과</a:t>
            </a:r>
            <a:r>
              <a:rPr dirty="0"/>
              <a:t> </a:t>
            </a:r>
            <a:r>
              <a:rPr dirty="0" err="1"/>
              <a:t>문법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2) </a:t>
            </a:r>
            <a:r>
              <a:rPr dirty="0" err="1"/>
              <a:t>리스트</a:t>
            </a:r>
            <a:r>
              <a:rPr dirty="0"/>
              <a:t> </a:t>
            </a:r>
            <a:r>
              <a:rPr dirty="0" err="1"/>
              <a:t>수정</a:t>
            </a:r>
            <a:r>
              <a:rPr dirty="0"/>
              <a:t>/</a:t>
            </a:r>
            <a:r>
              <a:rPr dirty="0" err="1"/>
              <a:t>삭제</a:t>
            </a:r>
            <a:r>
              <a:rPr dirty="0"/>
              <a:t>/</a:t>
            </a:r>
            <a:r>
              <a:rPr dirty="0" err="1"/>
              <a:t>정렬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3) </a:t>
            </a:r>
            <a:r>
              <a:rPr dirty="0" err="1"/>
              <a:t>리스트</a:t>
            </a:r>
            <a:r>
              <a:rPr dirty="0"/>
              <a:t> + </a:t>
            </a:r>
            <a:r>
              <a:rPr dirty="0" err="1"/>
              <a:t>반복문</a:t>
            </a:r>
            <a:r>
              <a:rPr dirty="0"/>
              <a:t> </a:t>
            </a:r>
            <a:r>
              <a:rPr dirty="0" err="1"/>
              <a:t>패턴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4) With AI </a:t>
            </a:r>
            <a:r>
              <a:rPr dirty="0" err="1"/>
              <a:t>실습</a:t>
            </a:r>
            <a:r>
              <a:rPr dirty="0"/>
              <a:t>(</a:t>
            </a:r>
            <a:r>
              <a:rPr dirty="0" err="1"/>
              <a:t>미니</a:t>
            </a:r>
            <a:r>
              <a:rPr dirty="0"/>
              <a:t> </a:t>
            </a:r>
            <a:r>
              <a:rPr dirty="0" err="1"/>
              <a:t>프로그램</a:t>
            </a:r>
            <a:r>
              <a:rPr dirty="0"/>
              <a:t>)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5) </a:t>
            </a:r>
            <a:r>
              <a:rPr dirty="0" err="1"/>
              <a:t>퀴즈</a:t>
            </a:r>
            <a:r>
              <a:rPr dirty="0"/>
              <a:t> &amp; </a:t>
            </a:r>
            <a:r>
              <a:rPr dirty="0" err="1"/>
              <a:t>과제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5/25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리스트(list)란?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값을</a:t>
            </a:r>
            <a:r>
              <a:rPr dirty="0"/>
              <a:t> “</a:t>
            </a:r>
            <a:r>
              <a:rPr dirty="0" err="1"/>
              <a:t>순서대로</a:t>
            </a:r>
            <a:r>
              <a:rPr dirty="0"/>
              <a:t>” </a:t>
            </a:r>
            <a:r>
              <a:rPr dirty="0" err="1"/>
              <a:t>저장하는</a:t>
            </a:r>
            <a:r>
              <a:rPr dirty="0"/>
              <a:t> </a:t>
            </a:r>
            <a:r>
              <a:rPr dirty="0" err="1"/>
              <a:t>자료구조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원소</a:t>
            </a:r>
            <a:r>
              <a:rPr dirty="0"/>
              <a:t>(Element)는 </a:t>
            </a:r>
            <a:r>
              <a:rPr dirty="0" err="1"/>
              <a:t>서로</a:t>
            </a:r>
            <a:r>
              <a:rPr dirty="0"/>
              <a:t> </a:t>
            </a:r>
            <a:r>
              <a:rPr dirty="0" err="1"/>
              <a:t>다른</a:t>
            </a:r>
            <a:r>
              <a:rPr dirty="0"/>
              <a:t> </a:t>
            </a:r>
            <a:r>
              <a:rPr dirty="0" err="1"/>
              <a:t>자료형도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인덱스</a:t>
            </a:r>
            <a:r>
              <a:rPr dirty="0"/>
              <a:t>(index)는 0부터 </a:t>
            </a:r>
            <a:r>
              <a:rPr dirty="0" err="1"/>
              <a:t>시작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대부분의</a:t>
            </a:r>
            <a:r>
              <a:rPr dirty="0"/>
              <a:t> “</a:t>
            </a:r>
            <a:r>
              <a:rPr dirty="0" err="1"/>
              <a:t>여러</a:t>
            </a:r>
            <a:r>
              <a:rPr dirty="0"/>
              <a:t> 개 </a:t>
            </a:r>
            <a:r>
              <a:rPr dirty="0" err="1"/>
              <a:t>입력</a:t>
            </a:r>
            <a:r>
              <a:rPr dirty="0"/>
              <a:t>/</a:t>
            </a:r>
            <a:r>
              <a:rPr dirty="0" err="1"/>
              <a:t>여러</a:t>
            </a:r>
            <a:r>
              <a:rPr dirty="0"/>
              <a:t> 개 </a:t>
            </a:r>
            <a:r>
              <a:rPr dirty="0" err="1"/>
              <a:t>결과”는</a:t>
            </a:r>
            <a:r>
              <a:rPr dirty="0"/>
              <a:t> </a:t>
            </a:r>
            <a:r>
              <a:rPr dirty="0" err="1"/>
              <a:t>리스트로</a:t>
            </a:r>
            <a:r>
              <a:rPr dirty="0"/>
              <a:t> </a:t>
            </a:r>
            <a:r>
              <a:rPr dirty="0" err="1"/>
              <a:t>해결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6/25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리스트 생성 &amp; 인덱싱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 err="1"/>
              <a:t>nums</a:t>
            </a:r>
            <a:r>
              <a:rPr dirty="0"/>
              <a:t> = [10, 20, 30]</a:t>
            </a:r>
            <a:br>
              <a:rPr dirty="0"/>
            </a:br>
            <a:r>
              <a:rPr dirty="0"/>
              <a:t>print(</a:t>
            </a:r>
            <a:r>
              <a:rPr dirty="0" err="1"/>
              <a:t>nums</a:t>
            </a:r>
            <a:r>
              <a:rPr dirty="0"/>
              <a:t>[0])  # 10</a:t>
            </a:r>
            <a:br>
              <a:rPr dirty="0"/>
            </a:br>
            <a:r>
              <a:rPr dirty="0"/>
              <a:t>print(</a:t>
            </a:r>
            <a:r>
              <a:rPr dirty="0" err="1"/>
              <a:t>nums</a:t>
            </a:r>
            <a:r>
              <a:rPr dirty="0"/>
              <a:t>[-1]) # 30</a:t>
            </a:r>
            <a:br>
              <a:rPr dirty="0"/>
            </a:br>
            <a:br>
              <a:rPr dirty="0"/>
            </a:br>
            <a:r>
              <a:rPr dirty="0" err="1"/>
              <a:t>nums</a:t>
            </a:r>
            <a:r>
              <a:rPr dirty="0"/>
              <a:t>[1] = 99</a:t>
            </a:r>
            <a:br>
              <a:rPr dirty="0"/>
            </a:br>
            <a:r>
              <a:rPr dirty="0"/>
              <a:t>print(</a:t>
            </a:r>
            <a:r>
              <a:rPr dirty="0" err="1"/>
              <a:t>nums</a:t>
            </a:r>
            <a:r>
              <a:rPr dirty="0"/>
              <a:t>)     # [10, 99, 30]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음수</a:t>
            </a:r>
            <a:r>
              <a:rPr dirty="0"/>
              <a:t> </a:t>
            </a:r>
            <a:r>
              <a:rPr dirty="0" err="1"/>
              <a:t>인덱스</a:t>
            </a:r>
            <a:r>
              <a:rPr dirty="0"/>
              <a:t>: </a:t>
            </a:r>
            <a:r>
              <a:rPr dirty="0" err="1"/>
              <a:t>뒤에서부터</a:t>
            </a:r>
            <a:r>
              <a:rPr dirty="0"/>
              <a:t>(-1 </a:t>
            </a:r>
            <a:r>
              <a:rPr dirty="0" err="1"/>
              <a:t>마지막</a:t>
            </a:r>
            <a:r>
              <a:rPr dirty="0"/>
              <a:t>)</a:t>
            </a:r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리스트는</a:t>
            </a:r>
            <a:r>
              <a:rPr dirty="0"/>
              <a:t> “</a:t>
            </a:r>
            <a:r>
              <a:rPr dirty="0" err="1"/>
              <a:t>수정</a:t>
            </a:r>
            <a:r>
              <a:rPr dirty="0"/>
              <a:t> </a:t>
            </a:r>
            <a:r>
              <a:rPr dirty="0" err="1"/>
              <a:t>가능</a:t>
            </a:r>
            <a:r>
              <a:rPr dirty="0"/>
              <a:t>(mutable)”</a:t>
            </a:r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인덱스</a:t>
            </a:r>
            <a:r>
              <a:rPr dirty="0"/>
              <a:t> </a:t>
            </a:r>
            <a:r>
              <a:rPr dirty="0" err="1"/>
              <a:t>범위를</a:t>
            </a:r>
            <a:r>
              <a:rPr dirty="0"/>
              <a:t> </a:t>
            </a:r>
            <a:r>
              <a:rPr dirty="0" err="1"/>
              <a:t>벗어나면</a:t>
            </a:r>
            <a:r>
              <a:rPr dirty="0"/>
              <a:t> </a:t>
            </a:r>
            <a:r>
              <a:rPr dirty="0" err="1"/>
              <a:t>IndexError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7/25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슬라이싱(Slicing) 기초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a = [0, 1, 2, 3, 4, 5]</a:t>
            </a:r>
            <a:br>
              <a:rPr dirty="0"/>
            </a:br>
            <a:r>
              <a:rPr dirty="0"/>
              <a:t>print(a[1:4])   # [1,2,3]</a:t>
            </a:r>
            <a:br>
              <a:rPr dirty="0"/>
            </a:br>
            <a:r>
              <a:rPr dirty="0"/>
              <a:t>print(a[:3])    # [0,1,2]</a:t>
            </a:r>
            <a:br>
              <a:rPr dirty="0"/>
            </a:br>
            <a:r>
              <a:rPr dirty="0"/>
              <a:t>print(a[3:])    # [3,4,5]</a:t>
            </a:r>
            <a:br>
              <a:rPr dirty="0"/>
            </a:br>
            <a:r>
              <a:rPr dirty="0"/>
              <a:t>print(a[::2])   # [0,2,4]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끝 </a:t>
            </a:r>
            <a:r>
              <a:rPr dirty="0" err="1"/>
              <a:t>인덱스는</a:t>
            </a:r>
            <a:r>
              <a:rPr dirty="0"/>
              <a:t> </a:t>
            </a:r>
            <a:r>
              <a:rPr dirty="0" err="1"/>
              <a:t>포함되지</a:t>
            </a:r>
            <a:r>
              <a:rPr dirty="0"/>
              <a:t> </a:t>
            </a:r>
            <a:r>
              <a:rPr dirty="0" err="1"/>
              <a:t>않음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step(</a:t>
            </a:r>
            <a:r>
              <a:rPr dirty="0" err="1"/>
              <a:t>간격</a:t>
            </a:r>
            <a:r>
              <a:rPr dirty="0"/>
              <a:t>)도 </a:t>
            </a:r>
            <a:r>
              <a:rPr dirty="0" err="1"/>
              <a:t>지정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슬라이싱</a:t>
            </a:r>
            <a:r>
              <a:rPr dirty="0"/>
              <a:t> </a:t>
            </a:r>
            <a:r>
              <a:rPr dirty="0" err="1"/>
              <a:t>결과는</a:t>
            </a:r>
            <a:r>
              <a:rPr dirty="0"/>
              <a:t> “새 </a:t>
            </a:r>
            <a:r>
              <a:rPr dirty="0" err="1"/>
              <a:t>리스트</a:t>
            </a:r>
            <a:r>
              <a:rPr dirty="0"/>
              <a:t>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8/25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리스트 추가/확장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append(x): 맨 </a:t>
            </a:r>
            <a:r>
              <a:rPr dirty="0" err="1"/>
              <a:t>뒤에</a:t>
            </a:r>
            <a:r>
              <a:rPr dirty="0"/>
              <a:t> 1개 </a:t>
            </a:r>
            <a:r>
              <a:rPr dirty="0" err="1"/>
              <a:t>추가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extend(</a:t>
            </a:r>
            <a:r>
              <a:rPr dirty="0" err="1"/>
              <a:t>iterable</a:t>
            </a:r>
            <a:r>
              <a:rPr dirty="0"/>
              <a:t>):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개를</a:t>
            </a:r>
            <a:r>
              <a:rPr dirty="0"/>
              <a:t> 한 </a:t>
            </a:r>
            <a:r>
              <a:rPr dirty="0" err="1"/>
              <a:t>번에</a:t>
            </a:r>
            <a:r>
              <a:rPr dirty="0"/>
              <a:t> </a:t>
            </a:r>
            <a:r>
              <a:rPr dirty="0" err="1"/>
              <a:t>추가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insert(</a:t>
            </a:r>
            <a:r>
              <a:rPr dirty="0" err="1"/>
              <a:t>i</a:t>
            </a:r>
            <a:r>
              <a:rPr dirty="0"/>
              <a:t>, x):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위치에</a:t>
            </a:r>
            <a:r>
              <a:rPr dirty="0"/>
              <a:t> </a:t>
            </a:r>
            <a:r>
              <a:rPr dirty="0" err="1"/>
              <a:t>삽입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주의</a:t>
            </a:r>
            <a:r>
              <a:rPr dirty="0"/>
              <a:t>: append([1,2])는 “</a:t>
            </a:r>
            <a:r>
              <a:rPr dirty="0" err="1"/>
              <a:t>리스트</a:t>
            </a:r>
            <a:r>
              <a:rPr dirty="0"/>
              <a:t> 1개”가 </a:t>
            </a:r>
            <a:r>
              <a:rPr dirty="0" err="1"/>
              <a:t>들어감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9/25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append vs extend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a = [1, 2]</a:t>
            </a:r>
            <a:br>
              <a:rPr dirty="0"/>
            </a:br>
            <a:r>
              <a:rPr dirty="0" err="1"/>
              <a:t>a.append</a:t>
            </a:r>
            <a:r>
              <a:rPr dirty="0"/>
              <a:t>(3)</a:t>
            </a:r>
            <a:br>
              <a:rPr dirty="0"/>
            </a:br>
            <a:r>
              <a:rPr dirty="0"/>
              <a:t>print(a)  # [1,2,3]</a:t>
            </a:r>
            <a:br>
              <a:rPr dirty="0"/>
            </a:br>
            <a:br>
              <a:rPr dirty="0"/>
            </a:br>
            <a:r>
              <a:rPr dirty="0"/>
              <a:t>b = [1, 2]</a:t>
            </a:r>
            <a:br>
              <a:rPr dirty="0"/>
            </a:br>
            <a:r>
              <a:rPr dirty="0" err="1"/>
              <a:t>b.extend</a:t>
            </a:r>
            <a:r>
              <a:rPr dirty="0"/>
              <a:t>([3, 4])</a:t>
            </a:r>
            <a:br>
              <a:rPr dirty="0"/>
            </a:br>
            <a:r>
              <a:rPr dirty="0"/>
              <a:t>print(b)  # [1,2,3,4]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extend는</a:t>
            </a:r>
            <a:r>
              <a:rPr dirty="0"/>
              <a:t> </a:t>
            </a:r>
            <a:r>
              <a:rPr dirty="0" err="1"/>
              <a:t>반복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(</a:t>
            </a:r>
            <a:r>
              <a:rPr dirty="0" err="1"/>
              <a:t>iterable</a:t>
            </a:r>
            <a:r>
              <a:rPr dirty="0"/>
              <a:t>)을 </a:t>
            </a:r>
            <a:r>
              <a:rPr dirty="0" err="1"/>
              <a:t>펼쳐서</a:t>
            </a:r>
            <a:r>
              <a:rPr dirty="0"/>
              <a:t> </a:t>
            </a:r>
            <a:r>
              <a:rPr dirty="0" err="1"/>
              <a:t>추가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append는</a:t>
            </a:r>
            <a:r>
              <a:rPr dirty="0"/>
              <a:t> “</a:t>
            </a:r>
            <a:r>
              <a:rPr dirty="0" err="1"/>
              <a:t>그대로</a:t>
            </a:r>
            <a:r>
              <a:rPr dirty="0"/>
              <a:t> 1개”로 </a:t>
            </a:r>
            <a:r>
              <a:rPr dirty="0" err="1"/>
              <a:t>추가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헷갈리면</a:t>
            </a:r>
            <a:r>
              <a:rPr dirty="0"/>
              <a:t> </a:t>
            </a:r>
            <a:r>
              <a:rPr dirty="0" err="1"/>
              <a:t>출력으로</a:t>
            </a:r>
            <a:r>
              <a:rPr dirty="0"/>
              <a:t> </a:t>
            </a:r>
            <a:r>
              <a:rPr dirty="0" err="1"/>
              <a:t>즉시</a:t>
            </a:r>
            <a:r>
              <a:rPr dirty="0"/>
              <a:t> </a:t>
            </a:r>
            <a:r>
              <a:rPr dirty="0" err="1"/>
              <a:t>확인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10/25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리스트 삭제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pop(): </a:t>
            </a:r>
            <a:r>
              <a:rPr dirty="0" err="1"/>
              <a:t>마지막</a:t>
            </a:r>
            <a:r>
              <a:rPr dirty="0"/>
              <a:t> </a:t>
            </a:r>
            <a:r>
              <a:rPr dirty="0" err="1"/>
              <a:t>원소</a:t>
            </a:r>
            <a:r>
              <a:rPr dirty="0"/>
              <a:t> </a:t>
            </a:r>
            <a:r>
              <a:rPr dirty="0" err="1"/>
              <a:t>꺼내기</a:t>
            </a:r>
            <a:r>
              <a:rPr dirty="0"/>
              <a:t>(</a:t>
            </a:r>
            <a:r>
              <a:rPr dirty="0" err="1"/>
              <a:t>반환</a:t>
            </a:r>
            <a:r>
              <a:rPr dirty="0"/>
              <a:t>) / pop(</a:t>
            </a:r>
            <a:r>
              <a:rPr dirty="0" err="1"/>
              <a:t>i</a:t>
            </a:r>
            <a:r>
              <a:rPr dirty="0"/>
              <a:t>): </a:t>
            </a:r>
            <a:r>
              <a:rPr dirty="0" err="1"/>
              <a:t>i번째</a:t>
            </a:r>
            <a:r>
              <a:rPr dirty="0"/>
              <a:t> </a:t>
            </a:r>
            <a:r>
              <a:rPr dirty="0" err="1"/>
              <a:t>꺼내기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remove(x): </a:t>
            </a:r>
            <a:r>
              <a:rPr dirty="0" err="1"/>
              <a:t>값이</a:t>
            </a:r>
            <a:r>
              <a:rPr dirty="0"/>
              <a:t> </a:t>
            </a:r>
            <a:r>
              <a:rPr dirty="0" err="1"/>
              <a:t>x인</a:t>
            </a:r>
            <a:r>
              <a:rPr dirty="0"/>
              <a:t> 첫 </a:t>
            </a:r>
            <a:r>
              <a:rPr dirty="0" err="1"/>
              <a:t>원소</a:t>
            </a:r>
            <a:r>
              <a:rPr dirty="0"/>
              <a:t> </a:t>
            </a:r>
            <a:r>
              <a:rPr dirty="0" err="1"/>
              <a:t>삭제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del a[</a:t>
            </a:r>
            <a:r>
              <a:rPr dirty="0" err="1"/>
              <a:t>i</a:t>
            </a:r>
            <a:r>
              <a:rPr dirty="0"/>
              <a:t>]: </a:t>
            </a:r>
            <a:r>
              <a:rPr dirty="0" err="1"/>
              <a:t>인덱스로</a:t>
            </a:r>
            <a:r>
              <a:rPr dirty="0"/>
              <a:t> </a:t>
            </a:r>
            <a:r>
              <a:rPr dirty="0" err="1"/>
              <a:t>삭제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clear(): 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삭제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11/25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pop/remove 예시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a = ["a", "b", "c", "b"]</a:t>
            </a:r>
            <a:br>
              <a:rPr dirty="0"/>
            </a:br>
            <a:r>
              <a:rPr dirty="0"/>
              <a:t>x = </a:t>
            </a:r>
            <a:r>
              <a:rPr dirty="0" err="1"/>
              <a:t>a.pop</a:t>
            </a:r>
            <a:r>
              <a:rPr dirty="0"/>
              <a:t>()     # "b"</a:t>
            </a:r>
            <a:br>
              <a:rPr dirty="0"/>
            </a:br>
            <a:r>
              <a:rPr dirty="0"/>
              <a:t>print(x, a)</a:t>
            </a:r>
            <a:br>
              <a:rPr dirty="0"/>
            </a:br>
            <a:br>
              <a:rPr dirty="0"/>
            </a:br>
            <a:r>
              <a:rPr dirty="0" err="1"/>
              <a:t>a.remove</a:t>
            </a:r>
            <a:r>
              <a:rPr dirty="0"/>
              <a:t>("b") # 첫 </a:t>
            </a:r>
            <a:r>
              <a:rPr dirty="0" err="1"/>
              <a:t>번째</a:t>
            </a:r>
            <a:r>
              <a:rPr dirty="0"/>
              <a:t> "b" </a:t>
            </a:r>
            <a:r>
              <a:rPr dirty="0" err="1"/>
              <a:t>삭제</a:t>
            </a:r>
            <a:br>
              <a:rPr dirty="0"/>
            </a:br>
            <a:r>
              <a:rPr dirty="0"/>
              <a:t>print(a)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remove는</a:t>
            </a:r>
            <a:r>
              <a:rPr dirty="0"/>
              <a:t> </a:t>
            </a:r>
            <a:r>
              <a:rPr dirty="0" err="1"/>
              <a:t>값이</a:t>
            </a:r>
            <a:r>
              <a:rPr dirty="0"/>
              <a:t> </a:t>
            </a:r>
            <a:r>
              <a:rPr dirty="0" err="1"/>
              <a:t>없으면</a:t>
            </a:r>
            <a:r>
              <a:rPr dirty="0"/>
              <a:t> </a:t>
            </a:r>
            <a:r>
              <a:rPr dirty="0" err="1"/>
              <a:t>ValueError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pop은</a:t>
            </a:r>
            <a:r>
              <a:rPr dirty="0"/>
              <a:t> </a:t>
            </a:r>
            <a:r>
              <a:rPr dirty="0" err="1"/>
              <a:t>꺼낸</a:t>
            </a:r>
            <a:r>
              <a:rPr dirty="0"/>
              <a:t> </a:t>
            </a:r>
            <a:r>
              <a:rPr dirty="0" err="1"/>
              <a:t>값을</a:t>
            </a:r>
            <a:r>
              <a:rPr dirty="0"/>
              <a:t> </a:t>
            </a:r>
            <a:r>
              <a:rPr dirty="0" err="1"/>
              <a:t>변수에</a:t>
            </a:r>
            <a:r>
              <a:rPr dirty="0"/>
              <a:t> </a:t>
            </a:r>
            <a:r>
              <a:rPr dirty="0" err="1"/>
              <a:t>저장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삭제</a:t>
            </a:r>
            <a:r>
              <a:rPr dirty="0"/>
              <a:t> </a:t>
            </a:r>
            <a:r>
              <a:rPr dirty="0" err="1"/>
              <a:t>로직은</a:t>
            </a:r>
            <a:r>
              <a:rPr dirty="0"/>
              <a:t> </a:t>
            </a:r>
            <a:r>
              <a:rPr dirty="0" err="1"/>
              <a:t>버그가</a:t>
            </a:r>
            <a:r>
              <a:rPr dirty="0"/>
              <a:t> </a:t>
            </a:r>
            <a:r>
              <a:rPr dirty="0" err="1"/>
              <a:t>나기</a:t>
            </a:r>
            <a:r>
              <a:rPr dirty="0"/>
              <a:t> </a:t>
            </a:r>
            <a:r>
              <a:rPr dirty="0" err="1"/>
              <a:t>쉬움</a:t>
            </a:r>
            <a:r>
              <a:rPr dirty="0"/>
              <a:t> → </a:t>
            </a:r>
            <a:r>
              <a:rPr dirty="0" err="1"/>
              <a:t>테스트</a:t>
            </a:r>
            <a:r>
              <a:rPr dirty="0"/>
              <a:t> </a:t>
            </a:r>
            <a:r>
              <a:rPr dirty="0" err="1"/>
              <a:t>중요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12/25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정렬(sort/sorted)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sort(): </a:t>
            </a:r>
            <a:r>
              <a:rPr dirty="0" err="1"/>
              <a:t>리스트</a:t>
            </a:r>
            <a:r>
              <a:rPr dirty="0"/>
              <a:t> </a:t>
            </a:r>
            <a:r>
              <a:rPr dirty="0" err="1"/>
              <a:t>자체를</a:t>
            </a:r>
            <a:r>
              <a:rPr dirty="0"/>
              <a:t> </a:t>
            </a:r>
            <a:r>
              <a:rPr dirty="0" err="1"/>
              <a:t>정렬</a:t>
            </a:r>
            <a:r>
              <a:rPr dirty="0"/>
              <a:t>(</a:t>
            </a:r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변경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sorted(): </a:t>
            </a:r>
            <a:r>
              <a:rPr dirty="0" err="1"/>
              <a:t>정렬된</a:t>
            </a:r>
            <a:r>
              <a:rPr dirty="0"/>
              <a:t> “새 </a:t>
            </a:r>
            <a:r>
              <a:rPr dirty="0" err="1"/>
              <a:t>리스트</a:t>
            </a:r>
            <a:r>
              <a:rPr dirty="0"/>
              <a:t>” </a:t>
            </a:r>
            <a:r>
              <a:rPr dirty="0" err="1"/>
              <a:t>반환</a:t>
            </a:r>
            <a:r>
              <a:rPr dirty="0"/>
              <a:t>(</a:t>
            </a:r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유지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reverse=</a:t>
            </a:r>
            <a:r>
              <a:rPr dirty="0" err="1"/>
              <a:t>True로</a:t>
            </a:r>
            <a:r>
              <a:rPr dirty="0"/>
              <a:t> </a:t>
            </a:r>
            <a:r>
              <a:rPr dirty="0" err="1"/>
              <a:t>내림차순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key=로 </a:t>
            </a:r>
            <a:r>
              <a:rPr dirty="0" err="1"/>
              <a:t>정렬</a:t>
            </a:r>
            <a:r>
              <a:rPr dirty="0"/>
              <a:t> </a:t>
            </a:r>
            <a:r>
              <a:rPr dirty="0" err="1"/>
              <a:t>기준</a:t>
            </a:r>
            <a:r>
              <a:rPr dirty="0"/>
              <a:t> </a:t>
            </a:r>
            <a:r>
              <a:rPr dirty="0" err="1"/>
              <a:t>지정</a:t>
            </a:r>
            <a:r>
              <a:rPr dirty="0"/>
              <a:t> </a:t>
            </a:r>
            <a:r>
              <a:rPr dirty="0" err="1"/>
              <a:t>가능</a:t>
            </a:r>
            <a:r>
              <a:rPr dirty="0"/>
              <a:t>(</a:t>
            </a:r>
            <a:r>
              <a:rPr dirty="0" err="1"/>
              <a:t>다음</a:t>
            </a:r>
            <a:r>
              <a:rPr dirty="0"/>
              <a:t> </a:t>
            </a:r>
            <a:r>
              <a:rPr dirty="0" err="1"/>
              <a:t>주차에서</a:t>
            </a:r>
            <a:r>
              <a:rPr dirty="0"/>
              <a:t> </a:t>
            </a:r>
            <a:r>
              <a:rPr dirty="0" err="1"/>
              <a:t>확장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13/25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정렬 예시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 err="1"/>
              <a:t>nums</a:t>
            </a:r>
            <a:r>
              <a:rPr dirty="0"/>
              <a:t> = [3, 1, 10, 2]</a:t>
            </a:r>
            <a:br>
              <a:rPr dirty="0"/>
            </a:br>
            <a:r>
              <a:rPr dirty="0" err="1"/>
              <a:t>nums.sort</a:t>
            </a:r>
            <a:r>
              <a:rPr dirty="0"/>
              <a:t>()</a:t>
            </a:r>
            <a:br>
              <a:rPr dirty="0"/>
            </a:br>
            <a:r>
              <a:rPr dirty="0"/>
              <a:t>print(</a:t>
            </a:r>
            <a:r>
              <a:rPr dirty="0" err="1"/>
              <a:t>nums</a:t>
            </a:r>
            <a:r>
              <a:rPr dirty="0"/>
              <a:t>)  # [1,2,3,10]</a:t>
            </a:r>
            <a:br>
              <a:rPr dirty="0"/>
            </a:br>
            <a:br>
              <a:rPr dirty="0"/>
            </a:br>
            <a:r>
              <a:rPr dirty="0"/>
              <a:t>names = ["Kim", "Lee", "Park"]</a:t>
            </a:r>
            <a:br>
              <a:rPr dirty="0"/>
            </a:br>
            <a:r>
              <a:rPr dirty="0"/>
              <a:t>print(sorted(names))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원본</a:t>
            </a:r>
            <a:r>
              <a:rPr dirty="0"/>
              <a:t> </a:t>
            </a:r>
            <a:r>
              <a:rPr dirty="0" err="1"/>
              <a:t>유지가</a:t>
            </a:r>
            <a:r>
              <a:rPr dirty="0"/>
              <a:t> </a:t>
            </a:r>
            <a:r>
              <a:rPr dirty="0" err="1"/>
              <a:t>필요하면</a:t>
            </a:r>
            <a:r>
              <a:rPr dirty="0"/>
              <a:t> sorted </a:t>
            </a:r>
            <a:r>
              <a:rPr dirty="0" err="1"/>
              <a:t>사용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정렬</a:t>
            </a:r>
            <a:r>
              <a:rPr dirty="0"/>
              <a:t> 전/</a:t>
            </a:r>
            <a:r>
              <a:rPr dirty="0" err="1"/>
              <a:t>후를</a:t>
            </a:r>
            <a:r>
              <a:rPr dirty="0"/>
              <a:t> </a:t>
            </a:r>
            <a:r>
              <a:rPr dirty="0" err="1"/>
              <a:t>print로</a:t>
            </a:r>
            <a:r>
              <a:rPr dirty="0"/>
              <a:t> </a:t>
            </a:r>
            <a:r>
              <a:rPr dirty="0" err="1"/>
              <a:t>확인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정렬은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분석</a:t>
            </a:r>
            <a:r>
              <a:rPr dirty="0"/>
              <a:t>(Week10~)</a:t>
            </a:r>
            <a:r>
              <a:rPr dirty="0" err="1"/>
              <a:t>에서</a:t>
            </a:r>
            <a:r>
              <a:rPr dirty="0"/>
              <a:t> </a:t>
            </a:r>
            <a:r>
              <a:rPr dirty="0" err="1"/>
              <a:t>필수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14/25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리스트 평균 구하기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scores = [80, 90, 75]</a:t>
            </a:r>
            <a:br>
              <a:rPr dirty="0"/>
            </a:br>
            <a:r>
              <a:rPr dirty="0"/>
              <a:t>total = 0</a:t>
            </a:r>
            <a:br>
              <a:rPr dirty="0"/>
            </a:br>
            <a:r>
              <a:rPr dirty="0"/>
              <a:t>for s in scores:</a:t>
            </a:r>
            <a:br>
              <a:rPr dirty="0"/>
            </a:br>
            <a:r>
              <a:rPr dirty="0"/>
              <a:t>    total += s</a:t>
            </a:r>
            <a:br>
              <a:rPr dirty="0"/>
            </a:br>
            <a:br>
              <a:rPr dirty="0"/>
            </a:br>
            <a:r>
              <a:rPr dirty="0"/>
              <a:t>avg = total / </a:t>
            </a:r>
            <a:r>
              <a:rPr dirty="0" err="1"/>
              <a:t>len</a:t>
            </a:r>
            <a:r>
              <a:rPr dirty="0"/>
              <a:t>(scores)</a:t>
            </a:r>
            <a:br>
              <a:rPr dirty="0"/>
            </a:br>
            <a:r>
              <a:rPr dirty="0"/>
              <a:t>print("avg:", avg)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len</a:t>
            </a:r>
            <a:r>
              <a:rPr dirty="0"/>
              <a:t>(list): </a:t>
            </a:r>
            <a:r>
              <a:rPr dirty="0" err="1"/>
              <a:t>원소</a:t>
            </a:r>
            <a:r>
              <a:rPr dirty="0"/>
              <a:t> </a:t>
            </a:r>
            <a:r>
              <a:rPr dirty="0" err="1"/>
              <a:t>개수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누적</a:t>
            </a:r>
            <a:r>
              <a:rPr dirty="0"/>
              <a:t> </a:t>
            </a:r>
            <a:r>
              <a:rPr dirty="0" err="1"/>
              <a:t>변수는</a:t>
            </a:r>
            <a:r>
              <a:rPr dirty="0"/>
              <a:t> 0부터 </a:t>
            </a:r>
            <a:r>
              <a:rPr dirty="0" err="1"/>
              <a:t>시작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함수로</a:t>
            </a:r>
            <a:r>
              <a:rPr dirty="0"/>
              <a:t> </a:t>
            </a:r>
            <a:r>
              <a:rPr dirty="0" err="1"/>
              <a:t>만들면</a:t>
            </a:r>
            <a:r>
              <a:rPr dirty="0"/>
              <a:t> </a:t>
            </a:r>
            <a:r>
              <a:rPr dirty="0" err="1"/>
              <a:t>재사용</a:t>
            </a:r>
            <a:r>
              <a:rPr dirty="0"/>
              <a:t>↑ (Week5 </a:t>
            </a:r>
            <a:r>
              <a:rPr dirty="0" err="1"/>
              <a:t>복습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15/25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참조와 복사(중요)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b = a 를 </a:t>
            </a:r>
            <a:r>
              <a:rPr dirty="0" err="1"/>
              <a:t>하면</a:t>
            </a:r>
            <a:r>
              <a:rPr dirty="0"/>
              <a:t> “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리스트”를</a:t>
            </a:r>
            <a:r>
              <a:rPr dirty="0"/>
              <a:t> </a:t>
            </a:r>
            <a:r>
              <a:rPr dirty="0" err="1"/>
              <a:t>가리킴</a:t>
            </a:r>
            <a:r>
              <a:rPr dirty="0"/>
              <a:t>(</a:t>
            </a:r>
            <a:r>
              <a:rPr dirty="0" err="1"/>
              <a:t>참조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원본을</a:t>
            </a:r>
            <a:r>
              <a:rPr dirty="0"/>
              <a:t> </a:t>
            </a:r>
            <a:r>
              <a:rPr dirty="0" err="1"/>
              <a:t>유지하려면</a:t>
            </a:r>
            <a:r>
              <a:rPr dirty="0"/>
              <a:t> </a:t>
            </a:r>
            <a:r>
              <a:rPr dirty="0" err="1"/>
              <a:t>복사</a:t>
            </a:r>
            <a:r>
              <a:rPr dirty="0"/>
              <a:t> </a:t>
            </a:r>
            <a:r>
              <a:rPr dirty="0" err="1"/>
              <a:t>필요</a:t>
            </a:r>
            <a:r>
              <a:rPr dirty="0"/>
              <a:t>: </a:t>
            </a:r>
            <a:r>
              <a:rPr dirty="0" err="1"/>
              <a:t>a.copy</a:t>
            </a:r>
            <a:r>
              <a:rPr dirty="0"/>
              <a:t>() </a:t>
            </a:r>
            <a:r>
              <a:rPr dirty="0" err="1"/>
              <a:t>또는</a:t>
            </a:r>
            <a:r>
              <a:rPr dirty="0"/>
              <a:t> a[:]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버그</a:t>
            </a:r>
            <a:r>
              <a:rPr dirty="0"/>
              <a:t> </a:t>
            </a:r>
            <a:r>
              <a:rPr dirty="0" err="1"/>
              <a:t>패턴</a:t>
            </a:r>
            <a:r>
              <a:rPr dirty="0"/>
              <a:t>: </a:t>
            </a:r>
            <a:r>
              <a:rPr dirty="0" err="1"/>
              <a:t>b를</a:t>
            </a:r>
            <a:r>
              <a:rPr dirty="0"/>
              <a:t> </a:t>
            </a:r>
            <a:r>
              <a:rPr dirty="0" err="1"/>
              <a:t>바꿨는데</a:t>
            </a:r>
            <a:r>
              <a:rPr dirty="0"/>
              <a:t> </a:t>
            </a:r>
            <a:r>
              <a:rPr dirty="0" err="1"/>
              <a:t>a도</a:t>
            </a:r>
            <a:r>
              <a:rPr dirty="0"/>
              <a:t> </a:t>
            </a:r>
            <a:r>
              <a:rPr dirty="0" err="1"/>
              <a:t>같이</a:t>
            </a:r>
            <a:r>
              <a:rPr dirty="0"/>
              <a:t> </a:t>
            </a:r>
            <a:r>
              <a:rPr dirty="0" err="1"/>
              <a:t>바뀜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리스트가</a:t>
            </a:r>
            <a:r>
              <a:rPr dirty="0"/>
              <a:t> </a:t>
            </a:r>
            <a:r>
              <a:rPr dirty="0" err="1"/>
              <a:t>커질수록</a:t>
            </a:r>
            <a:r>
              <a:rPr dirty="0"/>
              <a:t> 이 </a:t>
            </a:r>
            <a:r>
              <a:rPr dirty="0" err="1"/>
              <a:t>문제가</a:t>
            </a:r>
            <a:r>
              <a:rPr dirty="0"/>
              <a:t> </a:t>
            </a:r>
            <a:r>
              <a:rPr dirty="0" err="1"/>
              <a:t>치명적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16/25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복사 예시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a = [1, 2, 3]</a:t>
            </a:r>
            <a:br>
              <a:rPr dirty="0"/>
            </a:br>
            <a:r>
              <a:rPr dirty="0"/>
              <a:t>b = a</a:t>
            </a:r>
            <a:br>
              <a:rPr dirty="0"/>
            </a:br>
            <a:r>
              <a:rPr dirty="0" err="1"/>
              <a:t>b.append</a:t>
            </a:r>
            <a:r>
              <a:rPr dirty="0"/>
              <a:t>(4)</a:t>
            </a:r>
            <a:br>
              <a:rPr dirty="0"/>
            </a:br>
            <a:r>
              <a:rPr dirty="0"/>
              <a:t>print(a)  # [1,2,3,4]</a:t>
            </a:r>
            <a:br>
              <a:rPr dirty="0"/>
            </a:br>
            <a:br>
              <a:rPr dirty="0"/>
            </a:br>
            <a:r>
              <a:rPr dirty="0"/>
              <a:t>c = </a:t>
            </a:r>
            <a:r>
              <a:rPr dirty="0" err="1"/>
              <a:t>a.copy</a:t>
            </a:r>
            <a:r>
              <a:rPr dirty="0"/>
              <a:t>()</a:t>
            </a:r>
            <a:br>
              <a:rPr dirty="0"/>
            </a:br>
            <a:r>
              <a:rPr dirty="0" err="1"/>
              <a:t>c.append</a:t>
            </a:r>
            <a:r>
              <a:rPr dirty="0"/>
              <a:t>(5)</a:t>
            </a:r>
            <a:br>
              <a:rPr dirty="0"/>
            </a:br>
            <a:r>
              <a:rPr dirty="0"/>
              <a:t>print(a)  # [1,2,3,4]</a:t>
            </a:r>
            <a:br>
              <a:rPr dirty="0"/>
            </a:br>
            <a:r>
              <a:rPr dirty="0"/>
              <a:t>print(c)  # [1,2,3,4,5]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b=a 는 </a:t>
            </a:r>
            <a:r>
              <a:rPr dirty="0" err="1"/>
              <a:t>복사가</a:t>
            </a:r>
            <a:r>
              <a:rPr dirty="0"/>
              <a:t> </a:t>
            </a:r>
            <a:r>
              <a:rPr dirty="0" err="1"/>
              <a:t>아님</a:t>
            </a:r>
            <a:r>
              <a:rPr dirty="0"/>
              <a:t>!</a:t>
            </a:r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copy()/</a:t>
            </a:r>
            <a:r>
              <a:rPr dirty="0" err="1"/>
              <a:t>슬라이싱으로</a:t>
            </a:r>
            <a:r>
              <a:rPr dirty="0"/>
              <a:t> </a:t>
            </a:r>
            <a:r>
              <a:rPr dirty="0" err="1"/>
              <a:t>독립</a:t>
            </a:r>
            <a:r>
              <a:rPr dirty="0"/>
              <a:t> </a:t>
            </a:r>
            <a:r>
              <a:rPr dirty="0" err="1"/>
              <a:t>리스트</a:t>
            </a:r>
            <a:r>
              <a:rPr dirty="0"/>
              <a:t> </a:t>
            </a:r>
            <a:r>
              <a:rPr dirty="0" err="1"/>
              <a:t>생성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2차원 </a:t>
            </a:r>
            <a:r>
              <a:rPr dirty="0" err="1"/>
              <a:t>리스트는</a:t>
            </a:r>
            <a:r>
              <a:rPr dirty="0"/>
              <a:t> “</a:t>
            </a:r>
            <a:r>
              <a:rPr dirty="0" err="1"/>
              <a:t>얕은</a:t>
            </a:r>
            <a:r>
              <a:rPr dirty="0"/>
              <a:t> </a:t>
            </a:r>
            <a:r>
              <a:rPr dirty="0" err="1"/>
              <a:t>복사</a:t>
            </a:r>
            <a:r>
              <a:rPr dirty="0"/>
              <a:t>” </a:t>
            </a:r>
            <a:r>
              <a:rPr dirty="0" err="1"/>
              <a:t>주의</a:t>
            </a:r>
            <a:r>
              <a:rPr dirty="0"/>
              <a:t>(</a:t>
            </a:r>
            <a:r>
              <a:rPr dirty="0" err="1"/>
              <a:t>심화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17/25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With AI: 리스트 문제 접근법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1) </a:t>
            </a:r>
            <a:r>
              <a:rPr dirty="0" err="1"/>
              <a:t>데이터가</a:t>
            </a:r>
            <a:r>
              <a:rPr dirty="0"/>
              <a:t> “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개”면</a:t>
            </a:r>
            <a:r>
              <a:rPr dirty="0"/>
              <a:t> </a:t>
            </a:r>
            <a:r>
              <a:rPr dirty="0" err="1"/>
              <a:t>리스트를</a:t>
            </a:r>
            <a:r>
              <a:rPr dirty="0"/>
              <a:t> </a:t>
            </a:r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떠올리기</a:t>
            </a:r>
            <a:endParaRPr dirty="0"/>
          </a:p>
          <a:p>
            <a:pPr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2) </a:t>
            </a:r>
            <a:r>
              <a:rPr dirty="0" err="1"/>
              <a:t>입력</a:t>
            </a:r>
            <a:r>
              <a:rPr dirty="0"/>
              <a:t>/</a:t>
            </a:r>
            <a:r>
              <a:rPr dirty="0" err="1"/>
              <a:t>출력</a:t>
            </a:r>
            <a:r>
              <a:rPr dirty="0"/>
              <a:t> </a:t>
            </a:r>
            <a:r>
              <a:rPr dirty="0" err="1"/>
              <a:t>예시를</a:t>
            </a:r>
            <a:r>
              <a:rPr dirty="0"/>
              <a:t> </a:t>
            </a:r>
            <a:r>
              <a:rPr dirty="0" err="1"/>
              <a:t>만들어</a:t>
            </a:r>
            <a:r>
              <a:rPr dirty="0"/>
              <a:t> </a:t>
            </a:r>
            <a:r>
              <a:rPr dirty="0" err="1"/>
              <a:t>AI에게</a:t>
            </a:r>
            <a:r>
              <a:rPr dirty="0"/>
              <a:t> </a:t>
            </a:r>
            <a:r>
              <a:rPr dirty="0" err="1"/>
              <a:t>공유</a:t>
            </a:r>
            <a:endParaRPr dirty="0"/>
          </a:p>
          <a:p>
            <a:pPr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3) </a:t>
            </a:r>
            <a:r>
              <a:rPr dirty="0" err="1"/>
              <a:t>메서드</a:t>
            </a:r>
            <a:r>
              <a:rPr dirty="0"/>
              <a:t> </a:t>
            </a:r>
            <a:r>
              <a:rPr dirty="0" err="1"/>
              <a:t>사용을</a:t>
            </a:r>
            <a:r>
              <a:rPr dirty="0"/>
              <a:t> </a:t>
            </a:r>
            <a:r>
              <a:rPr dirty="0" err="1"/>
              <a:t>제한하거나</a:t>
            </a:r>
            <a:r>
              <a:rPr dirty="0"/>
              <a:t> </a:t>
            </a:r>
            <a:r>
              <a:rPr dirty="0" err="1"/>
              <a:t>지정하기</a:t>
            </a:r>
            <a:r>
              <a:rPr dirty="0"/>
              <a:t>(append/pop 등)</a:t>
            </a:r>
          </a:p>
          <a:p>
            <a:pPr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4) </a:t>
            </a:r>
            <a:r>
              <a:rPr dirty="0" err="1"/>
              <a:t>완성</a:t>
            </a:r>
            <a:r>
              <a:rPr dirty="0"/>
              <a:t> 후: </a:t>
            </a:r>
            <a:r>
              <a:rPr dirty="0" err="1"/>
              <a:t>예외</a:t>
            </a:r>
            <a:r>
              <a:rPr dirty="0"/>
              <a:t> </a:t>
            </a:r>
            <a:r>
              <a:rPr dirty="0" err="1"/>
              <a:t>케이스</a:t>
            </a:r>
            <a:r>
              <a:rPr dirty="0"/>
              <a:t>(빈 </a:t>
            </a:r>
            <a:r>
              <a:rPr dirty="0" err="1"/>
              <a:t>리스트</a:t>
            </a:r>
            <a:r>
              <a:rPr dirty="0"/>
              <a:t>) </a:t>
            </a:r>
            <a:r>
              <a:rPr dirty="0" err="1"/>
              <a:t>테스트하기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18/25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프롬프트 템플릿(리스트 프로그램)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 err="1"/>
              <a:t>역할</a:t>
            </a:r>
            <a:r>
              <a:rPr dirty="0"/>
              <a:t>: </a:t>
            </a:r>
            <a:r>
              <a:rPr dirty="0" err="1"/>
              <a:t>파이썬</a:t>
            </a:r>
            <a:r>
              <a:rPr dirty="0"/>
              <a:t> </a:t>
            </a:r>
            <a:r>
              <a:rPr dirty="0" err="1"/>
              <a:t>튜터</a:t>
            </a:r>
            <a:br>
              <a:rPr dirty="0"/>
            </a:br>
            <a:r>
              <a:rPr dirty="0" err="1"/>
              <a:t>목표</a:t>
            </a:r>
            <a:r>
              <a:rPr dirty="0"/>
              <a:t>: TODO </a:t>
            </a:r>
            <a:r>
              <a:rPr dirty="0" err="1"/>
              <a:t>리스트</a:t>
            </a:r>
            <a:r>
              <a:rPr dirty="0"/>
              <a:t> </a:t>
            </a:r>
            <a:r>
              <a:rPr dirty="0" err="1"/>
              <a:t>프로그램을</a:t>
            </a:r>
            <a:r>
              <a:rPr dirty="0"/>
              <a:t> </a:t>
            </a:r>
            <a:r>
              <a:rPr dirty="0" err="1"/>
              <a:t>만들어줘</a:t>
            </a:r>
            <a:r>
              <a:rPr dirty="0"/>
              <a:t>.</a:t>
            </a:r>
            <a:br>
              <a:rPr dirty="0"/>
            </a:br>
            <a:r>
              <a:rPr dirty="0" err="1"/>
              <a:t>기능</a:t>
            </a:r>
            <a:r>
              <a:rPr dirty="0"/>
              <a:t>: add &lt;</a:t>
            </a:r>
            <a:r>
              <a:rPr dirty="0" err="1"/>
              <a:t>할일</a:t>
            </a:r>
            <a:r>
              <a:rPr dirty="0"/>
              <a:t>&gt;, list, done &lt;</a:t>
            </a:r>
            <a:r>
              <a:rPr dirty="0" err="1"/>
              <a:t>번호</a:t>
            </a:r>
            <a:r>
              <a:rPr dirty="0"/>
              <a:t>&gt;, quit</a:t>
            </a:r>
            <a:br>
              <a:rPr dirty="0"/>
            </a:br>
            <a:r>
              <a:rPr dirty="0" err="1"/>
              <a:t>자료구조</a:t>
            </a:r>
            <a:r>
              <a:rPr dirty="0"/>
              <a:t>: </a:t>
            </a:r>
            <a:r>
              <a:rPr dirty="0" err="1"/>
              <a:t>list만</a:t>
            </a:r>
            <a:r>
              <a:rPr dirty="0"/>
              <a:t> </a:t>
            </a:r>
            <a:r>
              <a:rPr dirty="0" err="1"/>
              <a:t>사용</a:t>
            </a:r>
            <a:br>
              <a:rPr dirty="0"/>
            </a:br>
            <a:r>
              <a:rPr dirty="0" err="1"/>
              <a:t>요청</a:t>
            </a:r>
            <a:r>
              <a:rPr dirty="0"/>
              <a:t>: </a:t>
            </a:r>
            <a:r>
              <a:rPr dirty="0" err="1"/>
              <a:t>코드</a:t>
            </a:r>
            <a:r>
              <a:rPr dirty="0"/>
              <a:t> + </a:t>
            </a:r>
            <a:r>
              <a:rPr dirty="0" err="1"/>
              <a:t>동작</a:t>
            </a:r>
            <a:r>
              <a:rPr dirty="0"/>
              <a:t> </a:t>
            </a:r>
            <a:r>
              <a:rPr dirty="0" err="1"/>
              <a:t>예시</a:t>
            </a:r>
            <a:r>
              <a:rPr dirty="0"/>
              <a:t> + </a:t>
            </a:r>
            <a:r>
              <a:rPr dirty="0" err="1"/>
              <a:t>개선</a:t>
            </a:r>
            <a:r>
              <a:rPr dirty="0"/>
              <a:t> </a:t>
            </a:r>
            <a:r>
              <a:rPr dirty="0" err="1"/>
              <a:t>아이디어</a:t>
            </a:r>
            <a:r>
              <a:rPr dirty="0"/>
              <a:t> 3개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프롬프트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기능</a:t>
            </a:r>
            <a:r>
              <a:rPr dirty="0"/>
              <a:t> </a:t>
            </a:r>
            <a:r>
              <a:rPr dirty="0" err="1"/>
              <a:t>목록을</a:t>
            </a:r>
            <a:r>
              <a:rPr dirty="0"/>
              <a:t> </a:t>
            </a:r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적기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“</a:t>
            </a:r>
            <a:r>
              <a:rPr dirty="0" err="1"/>
              <a:t>자료구조</a:t>
            </a:r>
            <a:r>
              <a:rPr dirty="0"/>
              <a:t> </a:t>
            </a:r>
            <a:r>
              <a:rPr dirty="0" err="1"/>
              <a:t>제한”으로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범위</a:t>
            </a:r>
            <a:r>
              <a:rPr dirty="0"/>
              <a:t> </a:t>
            </a:r>
            <a:r>
              <a:rPr dirty="0" err="1"/>
              <a:t>통제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동작</a:t>
            </a:r>
            <a:r>
              <a:rPr dirty="0"/>
              <a:t> </a:t>
            </a:r>
            <a:r>
              <a:rPr dirty="0" err="1"/>
              <a:t>예시</a:t>
            </a:r>
            <a:r>
              <a:rPr dirty="0"/>
              <a:t>(</a:t>
            </a:r>
            <a:r>
              <a:rPr dirty="0" err="1"/>
              <a:t>샘플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)를 </a:t>
            </a:r>
            <a:r>
              <a:rPr dirty="0" err="1"/>
              <a:t>요구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19/25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실습 1: TODO 리스트(기본)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리스트에</a:t>
            </a:r>
            <a:r>
              <a:rPr dirty="0"/>
              <a:t> 할 </a:t>
            </a:r>
            <a:r>
              <a:rPr dirty="0" err="1"/>
              <a:t>일을</a:t>
            </a:r>
            <a:r>
              <a:rPr dirty="0"/>
              <a:t> </a:t>
            </a:r>
            <a:r>
              <a:rPr dirty="0" err="1"/>
              <a:t>저장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add: </a:t>
            </a:r>
            <a:r>
              <a:rPr dirty="0" err="1"/>
              <a:t>입력받아</a:t>
            </a:r>
            <a:r>
              <a:rPr dirty="0"/>
              <a:t> append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list: </a:t>
            </a:r>
            <a:r>
              <a:rPr dirty="0" err="1"/>
              <a:t>현재</a:t>
            </a:r>
            <a:r>
              <a:rPr dirty="0"/>
              <a:t> </a:t>
            </a:r>
            <a:r>
              <a:rPr dirty="0" err="1"/>
              <a:t>목록</a:t>
            </a:r>
            <a:r>
              <a:rPr dirty="0"/>
              <a:t> </a:t>
            </a:r>
            <a:r>
              <a:rPr dirty="0" err="1"/>
              <a:t>출력</a:t>
            </a:r>
            <a:r>
              <a:rPr dirty="0"/>
              <a:t>(</a:t>
            </a:r>
            <a:r>
              <a:rPr dirty="0" err="1"/>
              <a:t>번호</a:t>
            </a:r>
            <a:r>
              <a:rPr dirty="0"/>
              <a:t> </a:t>
            </a:r>
            <a:r>
              <a:rPr dirty="0" err="1"/>
              <a:t>포함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done: </a:t>
            </a:r>
            <a:r>
              <a:rPr dirty="0" err="1"/>
              <a:t>번호를</a:t>
            </a:r>
            <a:r>
              <a:rPr dirty="0"/>
              <a:t> </a:t>
            </a:r>
            <a:r>
              <a:rPr dirty="0" err="1"/>
              <a:t>입력받아</a:t>
            </a:r>
            <a:r>
              <a:rPr dirty="0"/>
              <a:t> pop/</a:t>
            </a:r>
            <a:r>
              <a:rPr dirty="0" err="1"/>
              <a:t>remove로</a:t>
            </a:r>
            <a:r>
              <a:rPr dirty="0"/>
              <a:t> </a:t>
            </a:r>
            <a:r>
              <a:rPr dirty="0" err="1"/>
              <a:t>삭제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20/25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실습 2: 점수 분석기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점수</a:t>
            </a:r>
            <a:r>
              <a:rPr dirty="0"/>
              <a:t>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개를</a:t>
            </a:r>
            <a:r>
              <a:rPr dirty="0"/>
              <a:t> </a:t>
            </a:r>
            <a:r>
              <a:rPr dirty="0" err="1"/>
              <a:t>입력받아</a:t>
            </a:r>
            <a:r>
              <a:rPr dirty="0"/>
              <a:t> </a:t>
            </a:r>
            <a:r>
              <a:rPr dirty="0" err="1"/>
              <a:t>리스트로</a:t>
            </a:r>
            <a:r>
              <a:rPr dirty="0"/>
              <a:t> </a:t>
            </a:r>
            <a:r>
              <a:rPr dirty="0" err="1"/>
              <a:t>저장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출력</a:t>
            </a:r>
            <a:r>
              <a:rPr dirty="0"/>
              <a:t>: </a:t>
            </a:r>
            <a:r>
              <a:rPr dirty="0" err="1"/>
              <a:t>평균</a:t>
            </a:r>
            <a:r>
              <a:rPr dirty="0"/>
              <a:t>/</a:t>
            </a:r>
            <a:r>
              <a:rPr dirty="0" err="1"/>
              <a:t>최대</a:t>
            </a:r>
            <a:r>
              <a:rPr dirty="0"/>
              <a:t>/</a:t>
            </a:r>
            <a:r>
              <a:rPr dirty="0" err="1"/>
              <a:t>최소</a:t>
            </a:r>
            <a:r>
              <a:rPr dirty="0"/>
              <a:t>/</a:t>
            </a:r>
            <a:r>
              <a:rPr dirty="0" err="1"/>
              <a:t>합계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도전</a:t>
            </a:r>
            <a:r>
              <a:rPr dirty="0"/>
              <a:t>: 90점 </a:t>
            </a:r>
            <a:r>
              <a:rPr dirty="0" err="1"/>
              <a:t>이상</a:t>
            </a:r>
            <a:r>
              <a:rPr dirty="0"/>
              <a:t> </a:t>
            </a:r>
            <a:r>
              <a:rPr dirty="0" err="1"/>
              <a:t>개수</a:t>
            </a:r>
            <a:r>
              <a:rPr dirty="0"/>
              <a:t> </a:t>
            </a:r>
            <a:r>
              <a:rPr dirty="0" err="1"/>
              <a:t>카운트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LLM </a:t>
            </a:r>
            <a:r>
              <a:rPr dirty="0" err="1"/>
              <a:t>활용</a:t>
            </a:r>
            <a:r>
              <a:rPr dirty="0"/>
              <a:t>: “</a:t>
            </a:r>
            <a:r>
              <a:rPr dirty="0" err="1"/>
              <a:t>테스트</a:t>
            </a:r>
            <a:r>
              <a:rPr dirty="0"/>
              <a:t> </a:t>
            </a:r>
            <a:r>
              <a:rPr dirty="0" err="1"/>
              <a:t>입력”을</a:t>
            </a:r>
            <a:r>
              <a:rPr dirty="0"/>
              <a:t> </a:t>
            </a:r>
            <a:r>
              <a:rPr dirty="0" err="1"/>
              <a:t>함께</a:t>
            </a:r>
            <a:r>
              <a:rPr dirty="0"/>
              <a:t> </a:t>
            </a:r>
            <a:r>
              <a:rPr dirty="0" err="1"/>
              <a:t>만들기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21/25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실습 3: 문자열 → 리스트 처리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문제</a:t>
            </a:r>
            <a:r>
              <a:rPr dirty="0"/>
              <a:t>: "10 20 30" </a:t>
            </a:r>
            <a:r>
              <a:rPr dirty="0" err="1"/>
              <a:t>형태로</a:t>
            </a:r>
            <a:r>
              <a:rPr dirty="0"/>
              <a:t> </a:t>
            </a:r>
            <a:r>
              <a:rPr dirty="0" err="1"/>
              <a:t>입력받아</a:t>
            </a:r>
            <a:r>
              <a:rPr dirty="0"/>
              <a:t> </a:t>
            </a:r>
            <a:r>
              <a:rPr dirty="0" err="1"/>
              <a:t>리스트로</a:t>
            </a:r>
            <a:r>
              <a:rPr dirty="0"/>
              <a:t> </a:t>
            </a:r>
            <a:r>
              <a:rPr dirty="0" err="1"/>
              <a:t>변환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힌트</a:t>
            </a:r>
            <a:r>
              <a:rPr dirty="0"/>
              <a:t>: split() </a:t>
            </a:r>
            <a:r>
              <a:rPr dirty="0" err="1"/>
              <a:t>사용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변환</a:t>
            </a:r>
            <a:r>
              <a:rPr dirty="0"/>
              <a:t> 후: </a:t>
            </a:r>
            <a:r>
              <a:rPr dirty="0" err="1"/>
              <a:t>합계</a:t>
            </a:r>
            <a:r>
              <a:rPr dirty="0"/>
              <a:t>/</a:t>
            </a:r>
            <a:r>
              <a:rPr dirty="0" err="1"/>
              <a:t>평균</a:t>
            </a:r>
            <a:r>
              <a:rPr dirty="0"/>
              <a:t> </a:t>
            </a:r>
            <a:r>
              <a:rPr dirty="0" err="1"/>
              <a:t>출력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LLM </a:t>
            </a:r>
            <a:r>
              <a:rPr dirty="0" err="1"/>
              <a:t>활용</a:t>
            </a:r>
            <a:r>
              <a:rPr dirty="0"/>
              <a:t>: </a:t>
            </a:r>
            <a:r>
              <a:rPr dirty="0" err="1"/>
              <a:t>단계별</a:t>
            </a:r>
            <a:r>
              <a:rPr dirty="0"/>
              <a:t>(</a:t>
            </a:r>
            <a:r>
              <a:rPr dirty="0" err="1"/>
              <a:t>문자열→리스트→숫자변환</a:t>
            </a:r>
            <a:r>
              <a:rPr dirty="0"/>
              <a:t>) </a:t>
            </a:r>
            <a:r>
              <a:rPr dirty="0" err="1"/>
              <a:t>설명</a:t>
            </a:r>
            <a:r>
              <a:rPr dirty="0"/>
              <a:t> </a:t>
            </a:r>
            <a:r>
              <a:rPr dirty="0" err="1"/>
              <a:t>요청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22/25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AI 답변 검증 체크리스트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빈 </a:t>
            </a:r>
            <a:r>
              <a:rPr dirty="0" err="1"/>
              <a:t>리스트일</a:t>
            </a:r>
            <a:r>
              <a:rPr dirty="0"/>
              <a:t> </a:t>
            </a:r>
            <a:r>
              <a:rPr dirty="0" err="1"/>
              <a:t>때도</a:t>
            </a:r>
            <a:r>
              <a:rPr dirty="0"/>
              <a:t> </a:t>
            </a:r>
            <a:r>
              <a:rPr dirty="0" err="1"/>
              <a:t>동작하는가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번호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(</a:t>
            </a:r>
            <a:r>
              <a:rPr dirty="0" err="1"/>
              <a:t>인덱스</a:t>
            </a:r>
            <a:r>
              <a:rPr dirty="0"/>
              <a:t>)이 </a:t>
            </a:r>
            <a:r>
              <a:rPr dirty="0" err="1"/>
              <a:t>범위를</a:t>
            </a:r>
            <a:r>
              <a:rPr dirty="0"/>
              <a:t> </a:t>
            </a:r>
            <a:r>
              <a:rPr dirty="0" err="1"/>
              <a:t>벗어나면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출력</a:t>
            </a:r>
            <a:r>
              <a:rPr dirty="0"/>
              <a:t> </a:t>
            </a:r>
            <a:r>
              <a:rPr dirty="0" err="1"/>
              <a:t>형식</a:t>
            </a:r>
            <a:r>
              <a:rPr dirty="0"/>
              <a:t>(</a:t>
            </a:r>
            <a:r>
              <a:rPr dirty="0" err="1"/>
              <a:t>번호</a:t>
            </a:r>
            <a:r>
              <a:rPr dirty="0"/>
              <a:t>, </a:t>
            </a:r>
            <a:r>
              <a:rPr dirty="0" err="1"/>
              <a:t>콤마</a:t>
            </a:r>
            <a:r>
              <a:rPr dirty="0"/>
              <a:t> 등)이 </a:t>
            </a:r>
            <a:r>
              <a:rPr dirty="0" err="1"/>
              <a:t>읽기</a:t>
            </a:r>
            <a:r>
              <a:rPr dirty="0"/>
              <a:t> </a:t>
            </a:r>
            <a:r>
              <a:rPr dirty="0" err="1"/>
              <a:t>쉬운가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리스트</a:t>
            </a:r>
            <a:r>
              <a:rPr dirty="0"/>
              <a:t> </a:t>
            </a:r>
            <a:r>
              <a:rPr dirty="0" err="1"/>
              <a:t>복사</a:t>
            </a:r>
            <a:r>
              <a:rPr dirty="0"/>
              <a:t>/</a:t>
            </a:r>
            <a:r>
              <a:rPr dirty="0" err="1"/>
              <a:t>참조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없는가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테스트</a:t>
            </a:r>
            <a:r>
              <a:rPr dirty="0"/>
              <a:t> 5개 </a:t>
            </a:r>
            <a:r>
              <a:rPr dirty="0" err="1"/>
              <a:t>이상</a:t>
            </a:r>
            <a:r>
              <a:rPr dirty="0"/>
              <a:t> </a:t>
            </a:r>
            <a:r>
              <a:rPr dirty="0" err="1"/>
              <a:t>실행했는가</a:t>
            </a:r>
            <a:r>
              <a:rPr dirty="0"/>
              <a:t>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23/25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미니 퀴즈(5문항)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1) </a:t>
            </a:r>
            <a:r>
              <a:rPr dirty="0" err="1"/>
              <a:t>append와</a:t>
            </a:r>
            <a:r>
              <a:rPr dirty="0"/>
              <a:t> </a:t>
            </a:r>
            <a:r>
              <a:rPr dirty="0" err="1"/>
              <a:t>extend의</a:t>
            </a:r>
            <a:r>
              <a:rPr dirty="0"/>
              <a:t> </a:t>
            </a:r>
            <a:r>
              <a:rPr dirty="0" err="1"/>
              <a:t>차이는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2) pop()이 </a:t>
            </a:r>
            <a:r>
              <a:rPr dirty="0" err="1"/>
              <a:t>반환하는</a:t>
            </a:r>
            <a:r>
              <a:rPr dirty="0"/>
              <a:t> </a:t>
            </a:r>
            <a:r>
              <a:rPr dirty="0" err="1"/>
              <a:t>것은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3) </a:t>
            </a:r>
            <a:r>
              <a:rPr dirty="0" err="1"/>
              <a:t>sorted와</a:t>
            </a:r>
            <a:r>
              <a:rPr dirty="0"/>
              <a:t> </a:t>
            </a:r>
            <a:r>
              <a:rPr dirty="0" err="1"/>
              <a:t>sort의</a:t>
            </a:r>
            <a:r>
              <a:rPr dirty="0"/>
              <a:t> </a:t>
            </a:r>
            <a:r>
              <a:rPr dirty="0" err="1"/>
              <a:t>차이는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4) b=</a:t>
            </a:r>
            <a:r>
              <a:rPr dirty="0" err="1"/>
              <a:t>a가</a:t>
            </a:r>
            <a:r>
              <a:rPr dirty="0"/>
              <a:t> 왜 </a:t>
            </a:r>
            <a:r>
              <a:rPr dirty="0" err="1"/>
              <a:t>위험한가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5) </a:t>
            </a:r>
            <a:r>
              <a:rPr dirty="0" err="1"/>
              <a:t>슬라이싱</a:t>
            </a:r>
            <a:r>
              <a:rPr dirty="0"/>
              <a:t> a[1:4]</a:t>
            </a:r>
            <a:r>
              <a:rPr dirty="0" err="1"/>
              <a:t>에서</a:t>
            </a:r>
            <a:r>
              <a:rPr dirty="0"/>
              <a:t> 4는 </a:t>
            </a:r>
            <a:r>
              <a:rPr dirty="0" err="1"/>
              <a:t>포함되는가</a:t>
            </a:r>
            <a:r>
              <a:rPr dirty="0"/>
              <a:t>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620256"/>
            <a:ext cx="59436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2026-1학기 · 컴퓨터학부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24/25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과제/연습문제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기본</a:t>
            </a:r>
            <a:r>
              <a:rPr dirty="0"/>
              <a:t>: TODO </a:t>
            </a:r>
            <a:r>
              <a:rPr dirty="0" err="1"/>
              <a:t>리스트</a:t>
            </a:r>
            <a:r>
              <a:rPr dirty="0"/>
              <a:t> </a:t>
            </a:r>
            <a:r>
              <a:rPr dirty="0" err="1"/>
              <a:t>프로그램</a:t>
            </a:r>
            <a:r>
              <a:rPr dirty="0"/>
              <a:t> </a:t>
            </a:r>
            <a:r>
              <a:rPr dirty="0" err="1"/>
              <a:t>제출</a:t>
            </a:r>
            <a:r>
              <a:rPr dirty="0"/>
              <a:t>(</a:t>
            </a:r>
            <a:r>
              <a:rPr dirty="0" err="1"/>
              <a:t>기능</a:t>
            </a:r>
            <a:r>
              <a:rPr dirty="0"/>
              <a:t> 3개 </a:t>
            </a:r>
            <a:r>
              <a:rPr dirty="0" err="1"/>
              <a:t>이상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도전</a:t>
            </a:r>
            <a:r>
              <a:rPr dirty="0"/>
              <a:t>: </a:t>
            </a:r>
            <a:r>
              <a:rPr dirty="0" err="1"/>
              <a:t>중복</a:t>
            </a:r>
            <a:r>
              <a:rPr dirty="0"/>
              <a:t> </a:t>
            </a:r>
            <a:r>
              <a:rPr dirty="0" err="1"/>
              <a:t>없는</a:t>
            </a:r>
            <a:r>
              <a:rPr dirty="0"/>
              <a:t> </a:t>
            </a:r>
            <a:r>
              <a:rPr dirty="0" err="1"/>
              <a:t>리스트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(</a:t>
            </a:r>
            <a:r>
              <a:rPr dirty="0" err="1"/>
              <a:t>이미</a:t>
            </a:r>
            <a:r>
              <a:rPr dirty="0"/>
              <a:t> </a:t>
            </a:r>
            <a:r>
              <a:rPr dirty="0" err="1"/>
              <a:t>있으면</a:t>
            </a:r>
            <a:r>
              <a:rPr dirty="0"/>
              <a:t> </a:t>
            </a:r>
            <a:r>
              <a:rPr dirty="0" err="1"/>
              <a:t>추가</a:t>
            </a:r>
            <a:r>
              <a:rPr dirty="0"/>
              <a:t> X)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제출</a:t>
            </a:r>
            <a:r>
              <a:rPr dirty="0"/>
              <a:t>: .</a:t>
            </a:r>
            <a:r>
              <a:rPr dirty="0" err="1"/>
              <a:t>py</a:t>
            </a:r>
            <a:r>
              <a:rPr dirty="0"/>
              <a:t> 1개 +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화면</a:t>
            </a:r>
            <a:r>
              <a:rPr dirty="0"/>
              <a:t> </a:t>
            </a:r>
            <a:r>
              <a:rPr dirty="0" err="1"/>
              <a:t>캡처</a:t>
            </a:r>
            <a:r>
              <a:rPr dirty="0"/>
              <a:t> 1장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AI </a:t>
            </a:r>
            <a:r>
              <a:rPr dirty="0" err="1"/>
              <a:t>사용</a:t>
            </a:r>
            <a:r>
              <a:rPr dirty="0"/>
              <a:t> 시: </a:t>
            </a:r>
            <a:r>
              <a:rPr dirty="0" err="1"/>
              <a:t>사용한</a:t>
            </a:r>
            <a:r>
              <a:rPr dirty="0"/>
              <a:t> </a:t>
            </a:r>
            <a:r>
              <a:rPr dirty="0" err="1"/>
              <a:t>프롬프트</a:t>
            </a:r>
            <a:r>
              <a:rPr dirty="0"/>
              <a:t> 2개 + </a:t>
            </a:r>
            <a:r>
              <a:rPr dirty="0" err="1"/>
              <a:t>개선한</a:t>
            </a:r>
            <a:r>
              <a:rPr dirty="0"/>
              <a:t> </a:t>
            </a:r>
            <a:r>
              <a:rPr dirty="0" err="1"/>
              <a:t>부분</a:t>
            </a:r>
            <a:r>
              <a:rPr dirty="0"/>
              <a:t> </a:t>
            </a:r>
            <a:r>
              <a:rPr dirty="0" err="1"/>
              <a:t>기록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620256"/>
            <a:ext cx="59436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2026-1학기 · 컴퓨터학부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25/25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요약 &amp; 다음 주 예고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오늘</a:t>
            </a:r>
            <a:r>
              <a:rPr dirty="0"/>
              <a:t>: </a:t>
            </a:r>
            <a:r>
              <a:rPr dirty="0" err="1"/>
              <a:t>리스트</a:t>
            </a:r>
            <a:r>
              <a:rPr dirty="0"/>
              <a:t> </a:t>
            </a:r>
            <a:r>
              <a:rPr dirty="0" err="1"/>
              <a:t>생성</a:t>
            </a:r>
            <a:r>
              <a:rPr dirty="0"/>
              <a:t>/</a:t>
            </a:r>
            <a:r>
              <a:rPr dirty="0" err="1"/>
              <a:t>수정</a:t>
            </a:r>
            <a:r>
              <a:rPr dirty="0"/>
              <a:t>/</a:t>
            </a:r>
            <a:r>
              <a:rPr dirty="0" err="1"/>
              <a:t>삭제</a:t>
            </a:r>
            <a:r>
              <a:rPr dirty="0"/>
              <a:t>/</a:t>
            </a:r>
            <a:r>
              <a:rPr dirty="0" err="1"/>
              <a:t>정렬</a:t>
            </a:r>
            <a:r>
              <a:rPr dirty="0"/>
              <a:t> + </a:t>
            </a:r>
            <a:r>
              <a:rPr dirty="0" err="1"/>
              <a:t>반복</a:t>
            </a:r>
            <a:r>
              <a:rPr dirty="0"/>
              <a:t> </a:t>
            </a:r>
            <a:r>
              <a:rPr dirty="0" err="1"/>
              <a:t>패턴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핵심</a:t>
            </a:r>
            <a:r>
              <a:rPr dirty="0"/>
              <a:t>: “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값”을</a:t>
            </a:r>
            <a:r>
              <a:rPr dirty="0"/>
              <a:t> </a:t>
            </a:r>
            <a:r>
              <a:rPr dirty="0" err="1"/>
              <a:t>다루는</a:t>
            </a:r>
            <a:r>
              <a:rPr dirty="0"/>
              <a:t> </a:t>
            </a:r>
            <a:r>
              <a:rPr dirty="0" err="1"/>
              <a:t>순간</a:t>
            </a:r>
            <a:r>
              <a:rPr dirty="0"/>
              <a:t> </a:t>
            </a:r>
            <a:r>
              <a:rPr dirty="0" err="1"/>
              <a:t>리스트가</a:t>
            </a:r>
            <a:r>
              <a:rPr dirty="0"/>
              <a:t> </a:t>
            </a:r>
            <a:r>
              <a:rPr dirty="0" err="1"/>
              <a:t>기본</a:t>
            </a:r>
            <a:r>
              <a:rPr dirty="0"/>
              <a:t> </a:t>
            </a:r>
            <a:r>
              <a:rPr dirty="0" err="1"/>
              <a:t>선택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다음</a:t>
            </a:r>
            <a:r>
              <a:rPr dirty="0"/>
              <a:t> 주(Week 7): </a:t>
            </a:r>
            <a:r>
              <a:rPr dirty="0" err="1"/>
              <a:t>튜플</a:t>
            </a:r>
            <a:r>
              <a:rPr dirty="0"/>
              <a:t>/</a:t>
            </a:r>
            <a:r>
              <a:rPr dirty="0" err="1"/>
              <a:t>딕셔너리</a:t>
            </a:r>
            <a:r>
              <a:rPr dirty="0"/>
              <a:t>/</a:t>
            </a:r>
            <a:r>
              <a:rPr dirty="0" err="1"/>
              <a:t>집합으로</a:t>
            </a:r>
            <a:r>
              <a:rPr dirty="0"/>
              <a:t> </a:t>
            </a:r>
            <a:r>
              <a:rPr dirty="0" err="1"/>
              <a:t>확장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예고</a:t>
            </a:r>
            <a:r>
              <a:rPr dirty="0"/>
              <a:t>: </a:t>
            </a:r>
            <a:r>
              <a:rPr dirty="0" err="1"/>
              <a:t>단어</a:t>
            </a:r>
            <a:r>
              <a:rPr dirty="0"/>
              <a:t> </a:t>
            </a:r>
            <a:r>
              <a:rPr dirty="0" err="1"/>
              <a:t>빈도수</a:t>
            </a:r>
            <a:r>
              <a:rPr dirty="0"/>
              <a:t> </a:t>
            </a:r>
            <a:r>
              <a:rPr dirty="0" err="1"/>
              <a:t>세기</a:t>
            </a:r>
            <a:r>
              <a:rPr dirty="0"/>
              <a:t>(</a:t>
            </a:r>
            <a:r>
              <a:rPr dirty="0" err="1"/>
              <a:t>딕셔너리</a:t>
            </a:r>
            <a:r>
              <a:rPr dirty="0"/>
              <a:t>) / </a:t>
            </a:r>
            <a:r>
              <a:rPr dirty="0" err="1"/>
              <a:t>중복</a:t>
            </a:r>
            <a:r>
              <a:rPr dirty="0"/>
              <a:t> </a:t>
            </a:r>
            <a:r>
              <a:rPr dirty="0" err="1"/>
              <a:t>제거</a:t>
            </a:r>
            <a:r>
              <a:rPr dirty="0"/>
              <a:t>(set)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1426</Words>
  <Application>Microsoft Office PowerPoint</Application>
  <PresentationFormat>와이드스크린</PresentationFormat>
  <Paragraphs>200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이영호</cp:lastModifiedBy>
  <cp:revision>1</cp:revision>
  <dcterms:created xsi:type="dcterms:W3CDTF">2013-01-27T09:14:16Z</dcterms:created>
  <dcterms:modified xsi:type="dcterms:W3CDTF">2026-02-20T11:22:25Z</dcterms:modified>
  <cp:category/>
</cp:coreProperties>
</file>