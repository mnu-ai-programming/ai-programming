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9. 파일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만든 결과를 저장하고 다시 불러오기 · 코랩에서 잃어버리지 않기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결과를 파일에 저장하고 다시 읽을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파일이 없을 때도 프로그램이 죽지 않게 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코랩에서 만든 파일을 잃어버리지 않을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표와 짝 데이터를 파일로 남길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저장하고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때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대비하기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코랩에서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잃어버리지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않기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CSV와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JSON으로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남기기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만드는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데도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씁니다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왜 파일에 저장할까요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지금까지 만든 값은 프로그램이 끝나면 사라졌습니다.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다음에 다시 쓰려면 어딘가에 적어 두어야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 '어딘가'가 파일입니다.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분석할 데이터도 대부분 파일로 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파일에 저장하기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open("memo.txt", "w",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f.write("안녕하세요")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print("memo.txt 에 저장했습니다")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memo.txt 에 저장했습니다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open 에 파일 이름과 'w'(쓰기)를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encoding='utf-8' 은 한글이 깨지지 않게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f.write 로 내용을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화면에는 안 보이지만 파일이 생겼습니다.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문 — 알아서 닫아 줍니다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파일은 열었으면 반드시 닫아야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안 닫으면 내용이 끝까지 안 써질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with 를 쓰면 묶음이 끝날 때 알아서 닫힙니다.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중간에 오류가 나도 닫아 줍니다.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저장한 파일 다시 읽기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open("memo.txt", "w",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f.write("안녕하세요")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open("memo.txt", "r",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print(f.read())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안녕하세요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위 두 줄이 저장, 아래 두 줄이 읽기입니다.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읽을 때는 'w' 대신 'r'(읽기)을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f.read() 는 파일 전체를 글자로 돌려줍니다.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'r'은 기본값이라 생략해도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여는 방식 세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'r' — 읽기. 파일이 없으면 오류가 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'w' — 쓰기. 있던 내용을 모두 지우고 새로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'a' — 이어 쓰기. 뒤에 덧붙입니다.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실수로 'w'를 써서 자료를 날리는 일이 잦습니다.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한 줄씩 읽기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open("memo.txt", "w",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f.write("가\n나\n다\n")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open("memo.txt",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for line in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print(line.strip())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가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\n 은 줄바꿈을 뜻하는 표시입니다.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for 에 파일을 넣으면 한 줄씩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줄 끝에는 줄바꿈이 붙어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strip() 이 앞뒤 빈칸과 줄바꿈을 떼어 줍니다.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파일이 없을 수도 있습니다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21700" y="187909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잘못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적었을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아직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않았을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코랩이라면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세션이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끊겨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사라졌을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ko-KR" altLang="en-US" sz="2200" b="0" dirty="0">
                <a:solidFill>
                  <a:srgbClr val="0F172A"/>
                </a:solidFill>
                <a:latin typeface="Malgun Gothic"/>
              </a:rPr>
              <a:t>세션이 끊겼으면 다시 실행하면 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없는 파일을 열면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open("없는파일.txt",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print(f.read())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FileNotFoundError: [Errno 2] No such file or directory: '없는파일.txt'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No such file 은 '그런 파일이 없다'입니다.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맨 끝에 찾으려던 파일 이름이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이름을 잘못 적은 것인지 먼저 확인합니다.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try / except 로 막기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try: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with open("없는파일.txt",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print(f.read())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except FileNotFoundError: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print("파일이 없습니다")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파일이 없습니다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try 안에서 오류가 나면 except 로 넘어갑니다.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프로그램이 죽지 않고 계속 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막을 오류 이름을 except 뒤에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빨간 글씨 대신 사람이 읽을 말을 보여 줍니다.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코랩에서 만든 파일은 사라집니다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코랩은 잠깐 빌려 쓰는 컴퓨터에서 실행됩니다.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노트북 파일(.ipynb)은 드라이브에 남습니다.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그런데 코드로 만든 파일은 세션이 끝나면 사라집니다.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'어제 만든 파일이 없어졌어요'가 여기서 나옵니다.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내려받거나 드라이브에 저장해야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방법 1. 내 PC로 내려받기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파일을 먼저 만듭니다.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files 를 가져옵니다.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download 에 파일 이름을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브라우저 다운로드 폴더를 확인합니다.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내 컴퓨터에 memo.txt 가 받아집니다.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코랩에서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with open("memo.txt", "w",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f.write("안녕하세요")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from google.colab import files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files.download("memo.txt")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※ 코랩에서만 동작합니다.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내 컴퓨터 파이썬에는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google.colab 이 없습니다.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방법 2. 구글 드라이브에 저장하기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drive.mount 를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권한 허용 창이 뜨면 내 계정을 고릅니다.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이제 드라이브가 폴더처럼 보입니다.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그 안에 저장하면 세션이 끝나도 남습니다.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내 드라이브에 memo.txt 가 보입니다.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코랩에서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from google.colab import drive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drive.mount("/content/drive")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path = "/content/drive/MyDrive/memo.txt"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with open(path, "w",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f.write("안녕하세요")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※ 오래 걸리면 드라이브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맨 위 폴더를 정리해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보세요.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CSV — 쉼표로 나눈 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 줄이 한 행, 쉼표가 칸을 나눕니다.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첫 줄에는 보통 칸 이름을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엑셀에서도 그대로 열립니다.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표 데이터를 주고받는 가장 흔한 방식입니다.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CSV로 저장하고 읽기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open("score.csv", "w",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f.write("name,score\n")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f.write("김민수,90\n")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open("score.csv",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print(f.read())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name,score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김민수,90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특별한 도구 없이 글자로 적으면 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줄 끝마다 줄바꿈을 꼭 넣습니다.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쉼표가 든 값은 따옴표로 감싸야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읽는 것은 다음 주에 훨씬 쉬운 방법을 배웁니다.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JSON — 짝지어 담은 것을 그대로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CSV는 반듯한 표만 담을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 안에 목록이 또 들어가면 담기 어렵습니다.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JSON은 짝지어 담은 모양 그대로 저장합니다.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설정 파일과 인터넷 자료가 대부분 이 모양입니다.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딕셔너리(dict) — 이름표와 값을 짝지어 담는 것. 7주차에 배운 그것입니다.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JSON — 짝지어 담은 자료를 글자로 적어 두는 방식. 딕셔너리와 모양이 거의 같습니다.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JSON으로 저장하고 불러오기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data = {"name": "김민수", "score": 90}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 = "d.json"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open(p, "w",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json.dump(data, f, ensure_ascii=False)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open(p,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print(json.load(f))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{'name': '김민수', 'score': 90}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dump 는 저장, load 는 불러오기입니다.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ensure_ascii=False 를 빼면 한글이 깨져 보입니다.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불러오면 딕셔너리 모양 그대로 돌아옵니다.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목록이 들어 있어도 그대로 남습니다.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이제 만드는 데도 씁니다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전반부(1~7주)에는 고치는 용도로만 썼습니다.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중간고사 뒤에는 만드는 데도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단, 받은 코드를 한 줄씩 설명하게 시킵니다.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설명을 읽고 이해한 뒤에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프롬프트 → 반영 → 검증을 반드시 기록합니다.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(파일 처리 설계)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하려는 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숫자가 한 줄에 하나씩 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nums.txt 를 읽어 평균을 낸다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조건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- 파일이 없으면 안내만 하고 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- 빈 파일이면 '데이터 없음'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- encoding='utf-8'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요청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코드를 주고, 각 줄이 무엇을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하는지 한 줄씩 설명해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그리고 어떤 경우에 잘못될 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있는지 3가지 알려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3917" y="2267712"/>
            <a:ext cx="4094671" cy="10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'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무엇을'과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'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어떤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조건에서'를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나눠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적습니다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파일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안에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든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모양을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꼭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알려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줍니다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한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줄씩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설명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요청이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이번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학기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핵심입니다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숫자 파일 읽어 평균 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먼저 nums.txt 를 만드는 칸을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파일을 읽어 숫자로 바꿔 담습니다.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합계와 평균을 구해 출력합니다.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숫자를 바꿔 다시 실행해 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합계 60, 평균 20.0 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with open("nums.txt", "w",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f.write("10\n20\n30\n")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nums = []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with open("nums.txt",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for line in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nums.append(int(line))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print(sum(nums))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print(sum(nums) / len(nums))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결과를 파일로 저장하기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실습 1에서 구한 평균을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report.txt 에 제목 한 줄과 결과를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저장한 파일을 다시 읽어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내려받거나 드라이브에 저장해 둡니다.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report.txt 에 두 줄이 저장돼 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avg = 20.0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with open("report.txt", "w",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f.write("성적 보고서\n")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f.write(f"평균: {avg}\n")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with open("report.txt",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print(f.read())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AI와 함께 빠진 상황 찾기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실습 1의 코드를 AI에게 붙여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'어떤 경우에 잘못되나' 3가지를 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그중 하나를 직접 만들어 실행해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죽지 않도록 try / except 를 넣습니다.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빈 파일로 실행해도 프로그램이 죽지 않습니다.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확인해 볼 상황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빈 파일이면?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나누기에서 오류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숫자가 아닌 줄이 있으면?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int 에서 오류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파일 자체가 없으면?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open 에서 오류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※ AI가 알려 준 것을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그대로 믿지 말고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직접 만들어 확인하세요.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 (파일편)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파일 이름과 위치가 내 것과 같은가?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encoding='utf-8' 이 들어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'w'로 열어 원본을 지우지는 않는가?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파일이 없을 때를 다루고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한 줄씩 내 말로 설명할 수 있는가?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56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with 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이유는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'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w'로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열면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내용은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어떻게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될까요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열면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코랩에서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언제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사라질까요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한글이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깨지면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확인할까요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1-자동으로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닫힘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2-지워짐, 3-FileNotFoundError, 4-세션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종료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5-encoding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숫자 다섯 개를 파일에 저장했다가 읽어 평균 내기.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결과를 report.txt 로 저장하고 드라이브에 남깁니다.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파일이 없을 때 안내가 나오게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기록 — 프롬프트, 반영한 점, 검증한 방법을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코랩 공유 링크 또는 .ipynb 파일.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28/28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with open 으로 열면 알아서 닫힙니다.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'w'는 지우고 새로 쓰니 조심합니다.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코랩에서 만든 파일은 내려받거나 드라이브에 둡니다.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AI는 이제 만드는 데도 쓰되 한 줄씩 설명받습니다.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표 데이터를 훨씬 쉽게 다루는 도구.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2187</Words>
  <Application>Microsoft Office PowerPoint</Application>
  <PresentationFormat>와이드스크린</PresentationFormat>
  <Paragraphs>405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2026-08-31T06:08:23Z</dcterms:modified>
  <cp:category/>
</cp:coreProperties>
</file>