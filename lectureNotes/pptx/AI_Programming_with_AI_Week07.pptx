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7. 튜플 · 딕셔너리 · 집합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값을 묶고 · 짝짓고 · 겹치지 않게 담기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바꿀 수 없게 묶어 두는 방법을 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이름표를 붙여 저장하고 찾을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겹치는 값을 없앨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문제에 맞는 담는 방법을 고를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튜플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바꿀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수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묶음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딕셔너리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이름표를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붙여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담기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집합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겹치지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않게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담기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언제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쓸까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With AI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틀린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고치기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3개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튜플 — 바꿀 수 없는 묶음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리스트와 비슷하지만 한 번 만들면 못 바꿉니다.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대괄호 [ ] 대신 소괄호 ( ) 를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좌표 (10, 20) 처럼 바뀌면 안 되는 값에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실수로 값을 바꾸는 사고를 막아 줍니다.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튜플(tuple) — 값을 순서대로 묶되 바꿀 수 없게 만든 것. 붙여 놓은 좌석 번호표와 같습니다.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튜플 만들고 꺼내기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point = (10, 20)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print(point[0])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print(len(point))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꺼내는 방법은 리스트와 똑같습니다.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번호는 여기서도 0부터 셉니다.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len 으로 개수도 셀 수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튜플은 바꿀 수 없습니다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point = (10, 20)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point[0] = 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TypeError: 'tuple' object does not support item assignment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꺼내기는 되지만 넣기는 안 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item assignment 는 '자리에 값 넣기'입니다.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바꿔야 한다면 리스트를 써야 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한 번에 나눠 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point = (10, 20)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x, y = point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print(x)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왼쪽에 이름을 개수만큼 적으면 나뉘어 담깁니다.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point[0], point[1] 로 적는 것보다 읽기 좋습니다.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개수가 안 맞으면 오류가 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딕셔너리 — 이름표를 붙여 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리스트는 0번, 1번처럼 번호로 찾습니다.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그런데 사람 이름으로 점수를 찾고 싶을 때가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그럴 때 이름표(키)와 값을 짝지어 담습니다.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중괄호 { } 안에 '키: 값' 으로 적습니다.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딕셔너리(dict) — 이름표와 값을 짝지어 담는 것. 사전에서 낱말로 뜻을 찾는 것과 같습니다.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딕셔너리 만들고 찾기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 = {"김민수": 90, "이영희": 80}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print(score["김민수"])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967288" cy="1293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대괄호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안에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번호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대신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이름표를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적습니다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이름표만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알면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몇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개가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담겨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있든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바로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찾습니다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이름표는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겹치지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않게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하나씩만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둡니다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없는 이름표를 찾으면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 = {"김민수": 90}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print(score["박철수"])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KeyError: '박철수'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4036300" cy="1028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담아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두지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않은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이름표를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찾았습니다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KeyError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뒤에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찾으려던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이름표가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나옵니다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이번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주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가장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자주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만나는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오류입니다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없어도 괜찮게 찾기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 = {"김민수": 90}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print(score.get("박철수", 0))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get 은 없으면 오류 대신 정해 준 값을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뒤에 적은 0 이 '없을 때 쓸 값'입니다.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있을지 없을지 모를 때는 get 을 씁니다.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넣고 고치기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 = {"김민수": 90}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score["박철수"] = 70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score["김민수"] = 95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print(score)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{'김민수': 95, '박철수': 70}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없는 이름표에 넣으면 새로 추가됩니다.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있는 이름표에 넣으면 값이 바뀝니다.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넣는 방법은 같고 결과만 다릅니다.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담은 순서대로 남아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하나씩 꺼내 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 = {"김민수": 90, "이영희": 80}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for name, s in score.items():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print(name, 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김민수 90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이영희 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items() 는 이름표와 값을 짝으로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받을 이름을 둘 적어 나눠 담습니다.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튜플에서 배운 나눠 담기와 같은 방식입니다.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몇 번 나왔는지 세기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text = "banana"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freq = {}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for ch in text: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freq[ch] = freq.get(ch, 0) + 1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print(freq)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{'b': 1, 'a': 3, 'n': 2}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딕셔너리의 가장 유명한 쓰임입니다.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처음 보는 글자는 get 이 0 을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거기에 1 을 더해 다시 담습니다.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글자 대신 단어를 세면 단어 빈도가 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집합 — 겹치지 않게 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같은 값을 여러 번 넣어도 하나만 남습니다.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중복을 없앨 때 가장 빠른 방법입니다.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담은 순서는 지켜 주지 않습니다.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중괄호 { } 를 쓰지만 이름표는 없습니다.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집합(set) — 겹치는 값을 하나로 모아 담는 것. 명단에서 중복 이름을 지운 것과 같습니다.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중복 없애고 들어 있는지 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nums = [1, 1, 2, 3, 3]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 = set(nums)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print(sorted(s))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print(2 in 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[1, 2, 3]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True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set 으로 바꾸면 겹치는 값이 사라집니다.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순서가 필요하면 sorted 로 줄을 세웁니다.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in 으로 들어 있는지 바로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많은 값 중에서 찾을 때 특히 빠릅니다.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무엇을 언제 쓸까요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리스트 — 순서가 있고 바꿔야 할 때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튜플 — 순서가 있고 바뀌면 안 될 때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딕셔너리 — 이름표로 찾아야 할 때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집합 — 겹치면 안 되거나 있는지만 볼 때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고를 때 질문 — 바꿔야 하나? 이름표로 찾나?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리스트(list) — 값 여러 개를 순서대로 담는 상자. 지난 주에 배운 그것입니다.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이번 주 흔한 실수 다섯 가지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튜플의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바꾸려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함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이름표를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찾아</a:t>
            </a:r>
            <a:r>
              <a:rPr lang="en-US" sz="2200" b="0" dirty="0">
                <a:solidFill>
                  <a:srgbClr val="0F172A"/>
                </a:solidFill>
                <a:latin typeface="Malgun Gothic"/>
              </a:rPr>
              <a:t>`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KeyError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딕셔너리를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번호로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찾으려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함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집합을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번호로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꺼내려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함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집합의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순서가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그대로일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거라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믿음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오늘까지 '고치는 용도'로만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전반부(1~7주) 규칙은 오늘이 마지막입니다.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여기까지는 내 코드의 틀린 곳만 물었습니다.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문법을 손으로 익힐 수 있었습니다.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중간고사 뒤에는 쓰는 범위가 넓어집니다.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주는 질문이나 지시. 자세할수록 답이 좋아집니다.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(오류 수정)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나는 파이썬을 처음 배웁니다.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아래 코드가 원하는 대로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동작하지 않습니다.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[내 코드]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(코드 전체를 붙여넣기)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[담아 둔 값]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[기대한 답]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[실제 나온 답 또는 오류]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1) 왜 그런지 두 줄로 설명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2) 고칠 곳만 표시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3) 전체 코드는 주지 마세요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무엇에 담았는지가 원인일 때가 많습니다.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그래서 담아 둔 값을 통째로 함께 적습니다.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리스트인지 딕셔너리인지도 같이 적습니다.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답을 받으면 내가 직접 고쳐 실행합니다.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1. 튜플을 바꾸려 한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아래 코드를 코드 칸에 넣고 실행합니다.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빨간 글씨의 마지막 줄을 읽습니다.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왜 못 바꾼다고 하는지 생각합니다.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바꿀 수 있는 것으로 담아 고칩니다.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[99, 20] 이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point = (10, 20)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point[0] = 99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print(point)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이런 오류가 납니다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TypeError: 'tuple'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object does not support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item assignment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소괄호를 대괄호로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바꿔 보세요.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2. 없는 이름표를 찾은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코드를 실행해 오류 이름을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담겨 있는 이름표가 무엇인지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없을 때 0 이 나오게 하려면 무엇을 쓸지 생각합니다.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고친 뒤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90 과 0 이 차례로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score = {"김민수": 90}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print(score["김민수"])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print(score["박철수"])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이런 오류가 납니다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KeyError: '박철수'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get 은 없을 때 쓸 값을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뒤에 적을 수 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3. 실행할 때마다 답이 달라지는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코드를 다섯 번 실행해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실행할 때마다 순서가 달라지는 것을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집합은 순서를 지켜 주지 않습니다.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언제 실행해도 같게 나오도록 고칩니다.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몇 번을 실행해도 ['가', '나', '다'] 가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names = ["다", "가", "나", "가"]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print(list(set(names)))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무슨 일이 나나요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오류는 안 납니다.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그런데 실행할 때마다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순서가 달라집니다.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순서를 정해 주는 것을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한 번 더 씌우면 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답변 확인하는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고친 코드를 직접 실행해 봤는가?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여러 번 실행해도 같은 답이 나오는가?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없는 이름표를 찾아도 안 죽는가?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고친 이유를 내 말로 말할 수 있는가?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 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197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튜플의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가장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큰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특징은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이름표를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안전하게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찾으려면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겹치는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없애려면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바꿀까요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집합은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순서를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지켜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줄까요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점수를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찾으려면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리스트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/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딕셔너리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정답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: 1-못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바꿈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2-get, 3-set, 4-아니요, 5-딕셔너리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친구 세 명의 이름과 전화번호를 딕셔너리로 담기.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이름을 넣으면 번호가 나오게 출력합니다.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없는 이름을 넣어도 오류가 나지 않게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제출은 코랩 공유 링크 또는 .ipynb 파일.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도전(선택) — 문장에서 단어가 몇 번 나왔는지 세기.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중간고사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튜플은 못 바꾸고, 딕셔너리는 이름표로 찾습니다.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집합은 겹침을 없애고 순서를 지켜 주지 않습니다.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고를 때 — 바꿔야 하나? 이름표로 찾나? 겹쳐도 되나?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주는 중간고사입니다. 범위는 1~7주입니다.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코드를 읽고 어디가 틀렸는지 찾는 문제가 나옵니다.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1817</Words>
  <Application>Microsoft Office PowerPoint</Application>
  <PresentationFormat>와이드스크린</PresentationFormat>
  <Paragraphs>372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3</cp:revision>
  <dcterms:created xsi:type="dcterms:W3CDTF">2013-01-27T09:14:16Z</dcterms:created>
  <dcterms:modified xsi:type="dcterms:W3CDTF">2026-08-31T06:07:32Z</dcterms:modified>
  <cp:category/>
</cp:coreProperties>
</file>