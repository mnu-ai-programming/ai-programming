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228" y="27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ho Lee" userId="8d4cb33d81fe8010" providerId="LiveId" clId="{95971DB8-E339-4B32-80CF-0D8F9D8B87F2}"/>
    <pc:docChg chg="custSel delSld modSld">
      <pc:chgData name="Youngho Lee" userId="8d4cb33d81fe8010" providerId="LiveId" clId="{95971DB8-E339-4B32-80CF-0D8F9D8B87F2}" dt="2026-02-20T09:20:34.905" v="27" actId="47"/>
      <pc:docMkLst>
        <pc:docMk/>
      </pc:docMkLst>
      <pc:sldChg chg="delSp mod">
        <pc:chgData name="Youngho Lee" userId="8d4cb33d81fe8010" providerId="LiveId" clId="{95971DB8-E339-4B32-80CF-0D8F9D8B87F2}" dt="2026-02-20T09:18:20.141" v="0" actId="478"/>
        <pc:sldMkLst>
          <pc:docMk/>
          <pc:sldMk cId="0" sldId="256"/>
        </pc:sldMkLst>
        <pc:spChg chg="del">
          <ac:chgData name="Youngho Lee" userId="8d4cb33d81fe8010" providerId="LiveId" clId="{95971DB8-E339-4B32-80CF-0D8F9D8B87F2}" dt="2026-02-20T09:18:20.141" v="0" actId="478"/>
          <ac:spMkLst>
            <pc:docMk/>
            <pc:sldMk cId="0" sldId="256"/>
            <ac:spMk id="7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8:26.862" v="1" actId="478"/>
        <pc:sldMkLst>
          <pc:docMk/>
          <pc:sldMk cId="0" sldId="257"/>
        </pc:sldMkLst>
        <pc:spChg chg="del">
          <ac:chgData name="Youngho Lee" userId="8d4cb33d81fe8010" providerId="LiveId" clId="{95971DB8-E339-4B32-80CF-0D8F9D8B87F2}" dt="2026-02-20T09:18:26.862" v="1" actId="478"/>
          <ac:spMkLst>
            <pc:docMk/>
            <pc:sldMk cId="0" sldId="25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8:29.194" v="2" actId="478"/>
        <pc:sldMkLst>
          <pc:docMk/>
          <pc:sldMk cId="0" sldId="258"/>
        </pc:sldMkLst>
        <pc:spChg chg="del">
          <ac:chgData name="Youngho Lee" userId="8d4cb33d81fe8010" providerId="LiveId" clId="{95971DB8-E339-4B32-80CF-0D8F9D8B87F2}" dt="2026-02-20T09:18:29.194" v="2" actId="478"/>
          <ac:spMkLst>
            <pc:docMk/>
            <pc:sldMk cId="0" sldId="258"/>
            <ac:spMk id="6" creationId="{00000000-0000-0000-0000-000000000000}"/>
          </ac:spMkLst>
        </pc:spChg>
      </pc:sldChg>
      <pc:sldChg chg="delSp del mod">
        <pc:chgData name="Youngho Lee" userId="8d4cb33d81fe8010" providerId="LiveId" clId="{95971DB8-E339-4B32-80CF-0D8F9D8B87F2}" dt="2026-02-20T09:20:34.905" v="27" actId="47"/>
        <pc:sldMkLst>
          <pc:docMk/>
          <pc:sldMk cId="0" sldId="259"/>
        </pc:sldMkLst>
        <pc:spChg chg="del">
          <ac:chgData name="Youngho Lee" userId="8d4cb33d81fe8010" providerId="LiveId" clId="{95971DB8-E339-4B32-80CF-0D8F9D8B87F2}" dt="2026-02-20T09:18:32.097" v="3" actId="478"/>
          <ac:spMkLst>
            <pc:docMk/>
            <pc:sldMk cId="0" sldId="259"/>
            <ac:spMk id="5" creationId="{00000000-0000-0000-0000-000000000000}"/>
          </ac:spMkLst>
        </pc:spChg>
        <pc:spChg chg="del">
          <ac:chgData name="Youngho Lee" userId="8d4cb33d81fe8010" providerId="LiveId" clId="{95971DB8-E339-4B32-80CF-0D8F9D8B87F2}" dt="2026-02-20T09:18:33.314" v="4" actId="478"/>
          <ac:spMkLst>
            <pc:docMk/>
            <pc:sldMk cId="0" sldId="25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8:37.231" v="5" actId="478"/>
        <pc:sldMkLst>
          <pc:docMk/>
          <pc:sldMk cId="0" sldId="260"/>
        </pc:sldMkLst>
        <pc:spChg chg="del">
          <ac:chgData name="Youngho Lee" userId="8d4cb33d81fe8010" providerId="LiveId" clId="{95971DB8-E339-4B32-80CF-0D8F9D8B87F2}" dt="2026-02-20T09:18:37.231" v="5" actId="478"/>
          <ac:spMkLst>
            <pc:docMk/>
            <pc:sldMk cId="0" sldId="26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8:41.814" v="6" actId="478"/>
        <pc:sldMkLst>
          <pc:docMk/>
          <pc:sldMk cId="0" sldId="261"/>
        </pc:sldMkLst>
        <pc:spChg chg="del">
          <ac:chgData name="Youngho Lee" userId="8d4cb33d81fe8010" providerId="LiveId" clId="{95971DB8-E339-4B32-80CF-0D8F9D8B87F2}" dt="2026-02-20T09:18:41.814" v="6" actId="478"/>
          <ac:spMkLst>
            <pc:docMk/>
            <pc:sldMk cId="0" sldId="261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8:52.464" v="7" actId="478"/>
        <pc:sldMkLst>
          <pc:docMk/>
          <pc:sldMk cId="0" sldId="262"/>
        </pc:sldMkLst>
        <pc:spChg chg="del">
          <ac:chgData name="Youngho Lee" userId="8d4cb33d81fe8010" providerId="LiveId" clId="{95971DB8-E339-4B32-80CF-0D8F9D8B87F2}" dt="2026-02-20T09:18:52.464" v="7" actId="478"/>
          <ac:spMkLst>
            <pc:docMk/>
            <pc:sldMk cId="0" sldId="26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8:54.587" v="8" actId="478"/>
        <pc:sldMkLst>
          <pc:docMk/>
          <pc:sldMk cId="0" sldId="263"/>
        </pc:sldMkLst>
        <pc:spChg chg="del">
          <ac:chgData name="Youngho Lee" userId="8d4cb33d81fe8010" providerId="LiveId" clId="{95971DB8-E339-4B32-80CF-0D8F9D8B87F2}" dt="2026-02-20T09:18:54.587" v="8" actId="478"/>
          <ac:spMkLst>
            <pc:docMk/>
            <pc:sldMk cId="0" sldId="263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8:56.904" v="9" actId="478"/>
        <pc:sldMkLst>
          <pc:docMk/>
          <pc:sldMk cId="0" sldId="264"/>
        </pc:sldMkLst>
        <pc:spChg chg="del">
          <ac:chgData name="Youngho Lee" userId="8d4cb33d81fe8010" providerId="LiveId" clId="{95971DB8-E339-4B32-80CF-0D8F9D8B87F2}" dt="2026-02-20T09:18:56.904" v="9" actId="478"/>
          <ac:spMkLst>
            <pc:docMk/>
            <pc:sldMk cId="0" sldId="26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8:59.216" v="10" actId="478"/>
        <pc:sldMkLst>
          <pc:docMk/>
          <pc:sldMk cId="0" sldId="265"/>
        </pc:sldMkLst>
        <pc:spChg chg="del">
          <ac:chgData name="Youngho Lee" userId="8d4cb33d81fe8010" providerId="LiveId" clId="{95971DB8-E339-4B32-80CF-0D8F9D8B87F2}" dt="2026-02-20T09:18:59.216" v="10" actId="478"/>
          <ac:spMkLst>
            <pc:docMk/>
            <pc:sldMk cId="0" sldId="265"/>
            <ac:spMk id="6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09:19:05.588" v="12" actId="478"/>
        <pc:sldMkLst>
          <pc:docMk/>
          <pc:sldMk cId="0" sldId="266"/>
        </pc:sldMkLst>
        <pc:spChg chg="del mod">
          <ac:chgData name="Youngho Lee" userId="8d4cb33d81fe8010" providerId="LiveId" clId="{95971DB8-E339-4B32-80CF-0D8F9D8B87F2}" dt="2026-02-20T09:19:05.588" v="12" actId="478"/>
          <ac:spMkLst>
            <pc:docMk/>
            <pc:sldMk cId="0" sldId="266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23.438" v="13" actId="478"/>
        <pc:sldMkLst>
          <pc:docMk/>
          <pc:sldMk cId="0" sldId="267"/>
        </pc:sldMkLst>
        <pc:spChg chg="del">
          <ac:chgData name="Youngho Lee" userId="8d4cb33d81fe8010" providerId="LiveId" clId="{95971DB8-E339-4B32-80CF-0D8F9D8B87F2}" dt="2026-02-20T09:19:23.438" v="13" actId="478"/>
          <ac:spMkLst>
            <pc:docMk/>
            <pc:sldMk cId="0" sldId="26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26.557" v="14" actId="478"/>
        <pc:sldMkLst>
          <pc:docMk/>
          <pc:sldMk cId="0" sldId="268"/>
        </pc:sldMkLst>
        <pc:spChg chg="del">
          <ac:chgData name="Youngho Lee" userId="8d4cb33d81fe8010" providerId="LiveId" clId="{95971DB8-E339-4B32-80CF-0D8F9D8B87F2}" dt="2026-02-20T09:19:26.557" v="14" actId="478"/>
          <ac:spMkLst>
            <pc:docMk/>
            <pc:sldMk cId="0" sldId="26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28.547" v="15" actId="478"/>
        <pc:sldMkLst>
          <pc:docMk/>
          <pc:sldMk cId="0" sldId="269"/>
        </pc:sldMkLst>
        <pc:spChg chg="del">
          <ac:chgData name="Youngho Lee" userId="8d4cb33d81fe8010" providerId="LiveId" clId="{95971DB8-E339-4B32-80CF-0D8F9D8B87F2}" dt="2026-02-20T09:19:28.547" v="15" actId="478"/>
          <ac:spMkLst>
            <pc:docMk/>
            <pc:sldMk cId="0" sldId="26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30.591" v="16" actId="478"/>
        <pc:sldMkLst>
          <pc:docMk/>
          <pc:sldMk cId="0" sldId="270"/>
        </pc:sldMkLst>
        <pc:spChg chg="del">
          <ac:chgData name="Youngho Lee" userId="8d4cb33d81fe8010" providerId="LiveId" clId="{95971DB8-E339-4B32-80CF-0D8F9D8B87F2}" dt="2026-02-20T09:19:30.591" v="16" actId="478"/>
          <ac:spMkLst>
            <pc:docMk/>
            <pc:sldMk cId="0" sldId="270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33.400" v="17" actId="478"/>
        <pc:sldMkLst>
          <pc:docMk/>
          <pc:sldMk cId="0" sldId="271"/>
        </pc:sldMkLst>
        <pc:spChg chg="del">
          <ac:chgData name="Youngho Lee" userId="8d4cb33d81fe8010" providerId="LiveId" clId="{95971DB8-E339-4B32-80CF-0D8F9D8B87F2}" dt="2026-02-20T09:19:33.400" v="17" actId="478"/>
          <ac:spMkLst>
            <pc:docMk/>
            <pc:sldMk cId="0" sldId="271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35.635" v="18" actId="478"/>
        <pc:sldMkLst>
          <pc:docMk/>
          <pc:sldMk cId="0" sldId="272"/>
        </pc:sldMkLst>
        <pc:spChg chg="del">
          <ac:chgData name="Youngho Lee" userId="8d4cb33d81fe8010" providerId="LiveId" clId="{95971DB8-E339-4B32-80CF-0D8F9D8B87F2}" dt="2026-02-20T09:19:35.635" v="18" actId="478"/>
          <ac:spMkLst>
            <pc:docMk/>
            <pc:sldMk cId="0" sldId="272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45.977" v="19" actId="478"/>
        <pc:sldMkLst>
          <pc:docMk/>
          <pc:sldMk cId="0" sldId="273"/>
        </pc:sldMkLst>
        <pc:spChg chg="del">
          <ac:chgData name="Youngho Lee" userId="8d4cb33d81fe8010" providerId="LiveId" clId="{95971DB8-E339-4B32-80CF-0D8F9D8B87F2}" dt="2026-02-20T09:19:45.977" v="19" actId="478"/>
          <ac:spMkLst>
            <pc:docMk/>
            <pc:sldMk cId="0" sldId="273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47.979" v="20" actId="478"/>
        <pc:sldMkLst>
          <pc:docMk/>
          <pc:sldMk cId="0" sldId="274"/>
        </pc:sldMkLst>
        <pc:spChg chg="del">
          <ac:chgData name="Youngho Lee" userId="8d4cb33d81fe8010" providerId="LiveId" clId="{95971DB8-E339-4B32-80CF-0D8F9D8B87F2}" dt="2026-02-20T09:19:47.979" v="20" actId="478"/>
          <ac:spMkLst>
            <pc:docMk/>
            <pc:sldMk cId="0" sldId="274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50.123" v="21" actId="478"/>
        <pc:sldMkLst>
          <pc:docMk/>
          <pc:sldMk cId="0" sldId="275"/>
        </pc:sldMkLst>
        <pc:spChg chg="del">
          <ac:chgData name="Youngho Lee" userId="8d4cb33d81fe8010" providerId="LiveId" clId="{95971DB8-E339-4B32-80CF-0D8F9D8B87F2}" dt="2026-02-20T09:19:50.123" v="21" actId="478"/>
          <ac:spMkLst>
            <pc:docMk/>
            <pc:sldMk cId="0" sldId="275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52.072" v="22" actId="478"/>
        <pc:sldMkLst>
          <pc:docMk/>
          <pc:sldMk cId="0" sldId="276"/>
        </pc:sldMkLst>
        <pc:spChg chg="del">
          <ac:chgData name="Youngho Lee" userId="8d4cb33d81fe8010" providerId="LiveId" clId="{95971DB8-E339-4B32-80CF-0D8F9D8B87F2}" dt="2026-02-20T09:19:52.072" v="22" actId="478"/>
          <ac:spMkLst>
            <pc:docMk/>
            <pc:sldMk cId="0" sldId="276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53.875" v="23" actId="478"/>
        <pc:sldMkLst>
          <pc:docMk/>
          <pc:sldMk cId="0" sldId="277"/>
        </pc:sldMkLst>
        <pc:spChg chg="del">
          <ac:chgData name="Youngho Lee" userId="8d4cb33d81fe8010" providerId="LiveId" clId="{95971DB8-E339-4B32-80CF-0D8F9D8B87F2}" dt="2026-02-20T09:19:53.875" v="23" actId="478"/>
          <ac:spMkLst>
            <pc:docMk/>
            <pc:sldMk cId="0" sldId="277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56.081" v="24" actId="478"/>
        <pc:sldMkLst>
          <pc:docMk/>
          <pc:sldMk cId="0" sldId="278"/>
        </pc:sldMkLst>
        <pc:spChg chg="del">
          <ac:chgData name="Youngho Lee" userId="8d4cb33d81fe8010" providerId="LiveId" clId="{95971DB8-E339-4B32-80CF-0D8F9D8B87F2}" dt="2026-02-20T09:19:56.081" v="24" actId="478"/>
          <ac:spMkLst>
            <pc:docMk/>
            <pc:sldMk cId="0" sldId="278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58.061" v="25" actId="478"/>
        <pc:sldMkLst>
          <pc:docMk/>
          <pc:sldMk cId="0" sldId="279"/>
        </pc:sldMkLst>
        <pc:spChg chg="del">
          <ac:chgData name="Youngho Lee" userId="8d4cb33d81fe8010" providerId="LiveId" clId="{95971DB8-E339-4B32-80CF-0D8F9D8B87F2}" dt="2026-02-20T09:19:58.061" v="25" actId="478"/>
          <ac:spMkLst>
            <pc:docMk/>
            <pc:sldMk cId="0" sldId="279"/>
            <ac:spMk id="6" creationId="{00000000-0000-0000-0000-000000000000}"/>
          </ac:spMkLst>
        </pc:spChg>
      </pc:sldChg>
      <pc:sldChg chg="delSp mod">
        <pc:chgData name="Youngho Lee" userId="8d4cb33d81fe8010" providerId="LiveId" clId="{95971DB8-E339-4B32-80CF-0D8F9D8B87F2}" dt="2026-02-20T09:19:59.834" v="26" actId="478"/>
        <pc:sldMkLst>
          <pc:docMk/>
          <pc:sldMk cId="0" sldId="280"/>
        </pc:sldMkLst>
        <pc:spChg chg="del">
          <ac:chgData name="Youngho Lee" userId="8d4cb33d81fe8010" providerId="LiveId" clId="{95971DB8-E339-4B32-80CF-0D8F9D8B87F2}" dt="2026-02-20T09:19:59.834" v="26" actId="478"/>
          <ac:spMkLst>
            <pc:docMk/>
            <pc:sldMk cId="0" sldId="280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899855" y="3931920"/>
            <a:ext cx="3840480" cy="38404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628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06040"/>
            <a:ext cx="103628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D1FAE5"/>
                </a:solidFill>
                <a:latin typeface="Malgun Gothic"/>
              </a:rPr>
              <a:t>Week 7. 튜플·딕셔너리·집합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246120"/>
            <a:ext cx="1036289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2E8F0"/>
                </a:solidFill>
                <a:latin typeface="Malgun Gothic"/>
              </a:rPr>
              <a:t>자료구조 확장 + With AI 문제 해결 연습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학습 목표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튜플</a:t>
            </a:r>
            <a:r>
              <a:rPr dirty="0"/>
              <a:t>(tuple), </a:t>
            </a:r>
            <a:r>
              <a:rPr dirty="0" err="1"/>
              <a:t>딕셔너리</a:t>
            </a:r>
            <a:r>
              <a:rPr dirty="0"/>
              <a:t>(</a:t>
            </a:r>
            <a:r>
              <a:rPr dirty="0" err="1"/>
              <a:t>dict</a:t>
            </a:r>
            <a:r>
              <a:rPr dirty="0"/>
              <a:t>), </a:t>
            </a:r>
            <a:r>
              <a:rPr dirty="0" err="1"/>
              <a:t>집합</a:t>
            </a:r>
            <a:r>
              <a:rPr dirty="0"/>
              <a:t>(set)의 </a:t>
            </a:r>
            <a:r>
              <a:rPr dirty="0" err="1"/>
              <a:t>특징을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각 </a:t>
            </a:r>
            <a:r>
              <a:rPr dirty="0" err="1"/>
              <a:t>자료구조의</a:t>
            </a:r>
            <a:r>
              <a:rPr dirty="0"/>
              <a:t> </a:t>
            </a:r>
            <a:r>
              <a:rPr dirty="0" err="1"/>
              <a:t>기본</a:t>
            </a:r>
            <a:r>
              <a:rPr dirty="0"/>
              <a:t> </a:t>
            </a:r>
            <a:r>
              <a:rPr dirty="0" err="1"/>
              <a:t>문법</a:t>
            </a:r>
            <a:r>
              <a:rPr dirty="0"/>
              <a:t>/</a:t>
            </a:r>
            <a:r>
              <a:rPr dirty="0" err="1"/>
              <a:t>메서드를</a:t>
            </a:r>
            <a:r>
              <a:rPr dirty="0"/>
              <a:t> </a:t>
            </a:r>
            <a:r>
              <a:rPr dirty="0" err="1"/>
              <a:t>활용할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문제에</a:t>
            </a:r>
            <a:r>
              <a:rPr dirty="0"/>
              <a:t> </a:t>
            </a:r>
            <a:r>
              <a:rPr dirty="0" err="1"/>
              <a:t>맞는</a:t>
            </a:r>
            <a:r>
              <a:rPr dirty="0"/>
              <a:t> </a:t>
            </a:r>
            <a:r>
              <a:rPr dirty="0" err="1"/>
              <a:t>자료구조를</a:t>
            </a:r>
            <a:r>
              <a:rPr dirty="0"/>
              <a:t> </a:t>
            </a:r>
            <a:r>
              <a:rPr dirty="0" err="1"/>
              <a:t>선택하는</a:t>
            </a:r>
            <a:r>
              <a:rPr dirty="0"/>
              <a:t> </a:t>
            </a:r>
            <a:r>
              <a:rPr dirty="0" err="1"/>
              <a:t>기준을</a:t>
            </a:r>
            <a:r>
              <a:rPr dirty="0"/>
              <a:t> </a:t>
            </a:r>
            <a:r>
              <a:rPr dirty="0" err="1"/>
              <a:t>이해한다</a:t>
            </a:r>
            <a:r>
              <a:rPr dirty="0"/>
              <a:t>.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LLM을</a:t>
            </a:r>
            <a:r>
              <a:rPr dirty="0"/>
              <a:t> </a:t>
            </a:r>
            <a:r>
              <a:rPr dirty="0" err="1"/>
              <a:t>활용해</a:t>
            </a:r>
            <a:r>
              <a:rPr dirty="0"/>
              <a:t> </a:t>
            </a:r>
            <a:r>
              <a:rPr dirty="0" err="1"/>
              <a:t>자료구조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 </a:t>
            </a:r>
            <a:r>
              <a:rPr dirty="0" err="1"/>
              <a:t>프로그램을</a:t>
            </a:r>
            <a:r>
              <a:rPr dirty="0"/>
              <a:t> </a:t>
            </a:r>
            <a:r>
              <a:rPr dirty="0" err="1"/>
              <a:t>설계·구현·개선할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오늘의 구성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1) </a:t>
            </a:r>
            <a:r>
              <a:rPr dirty="0" err="1"/>
              <a:t>튜플</a:t>
            </a:r>
            <a:r>
              <a:rPr dirty="0"/>
              <a:t>(tuple) </a:t>
            </a:r>
            <a:r>
              <a:rPr dirty="0" err="1"/>
              <a:t>기초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2) </a:t>
            </a:r>
            <a:r>
              <a:rPr dirty="0" err="1"/>
              <a:t>딕셔너리</a:t>
            </a:r>
            <a:r>
              <a:rPr dirty="0"/>
              <a:t>(</a:t>
            </a:r>
            <a:r>
              <a:rPr dirty="0" err="1"/>
              <a:t>dict</a:t>
            </a:r>
            <a:r>
              <a:rPr dirty="0"/>
              <a:t>) </a:t>
            </a:r>
            <a:r>
              <a:rPr dirty="0" err="1"/>
              <a:t>기초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3) </a:t>
            </a:r>
            <a:r>
              <a:rPr dirty="0" err="1"/>
              <a:t>집합</a:t>
            </a:r>
            <a:r>
              <a:rPr dirty="0"/>
              <a:t>(set) </a:t>
            </a:r>
            <a:r>
              <a:rPr dirty="0" err="1"/>
              <a:t>기초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4) </a:t>
            </a:r>
            <a:r>
              <a:rPr dirty="0" err="1"/>
              <a:t>자료구조</a:t>
            </a:r>
            <a:r>
              <a:rPr dirty="0"/>
              <a:t> </a:t>
            </a:r>
            <a:r>
              <a:rPr dirty="0" err="1"/>
              <a:t>선택</a:t>
            </a:r>
            <a:r>
              <a:rPr dirty="0"/>
              <a:t> </a:t>
            </a:r>
            <a:r>
              <a:rPr dirty="0" err="1"/>
              <a:t>가이드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5) With AI </a:t>
            </a:r>
            <a:r>
              <a:rPr dirty="0" err="1"/>
              <a:t>실습</a:t>
            </a:r>
            <a:r>
              <a:rPr dirty="0"/>
              <a:t> + </a:t>
            </a:r>
            <a:r>
              <a:rPr dirty="0" err="1"/>
              <a:t>퀴즈</a:t>
            </a:r>
            <a:r>
              <a:rPr dirty="0"/>
              <a:t>/</a:t>
            </a:r>
            <a:r>
              <a:rPr dirty="0" err="1"/>
              <a:t>과제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튜플(tuple)란?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값을</a:t>
            </a:r>
            <a:r>
              <a:rPr dirty="0"/>
              <a:t> </a:t>
            </a:r>
            <a:r>
              <a:rPr dirty="0" err="1"/>
              <a:t>순서대로</a:t>
            </a:r>
            <a:r>
              <a:rPr dirty="0"/>
              <a:t> </a:t>
            </a:r>
            <a:r>
              <a:rPr dirty="0" err="1"/>
              <a:t>저장</a:t>
            </a:r>
            <a:r>
              <a:rPr dirty="0"/>
              <a:t>(</a:t>
            </a:r>
            <a:r>
              <a:rPr dirty="0" err="1"/>
              <a:t>리스트와</a:t>
            </a:r>
            <a:r>
              <a:rPr dirty="0"/>
              <a:t> </a:t>
            </a:r>
            <a:r>
              <a:rPr dirty="0" err="1"/>
              <a:t>유사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하지만</a:t>
            </a:r>
            <a:r>
              <a:rPr dirty="0"/>
              <a:t> 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불가</a:t>
            </a:r>
            <a:r>
              <a:rPr dirty="0"/>
              <a:t>(immutable)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의미</a:t>
            </a:r>
            <a:r>
              <a:rPr dirty="0"/>
              <a:t>: “</a:t>
            </a:r>
            <a:r>
              <a:rPr dirty="0" err="1"/>
              <a:t>바뀌면</a:t>
            </a:r>
            <a:r>
              <a:rPr dirty="0"/>
              <a:t> 안 </a:t>
            </a:r>
            <a:r>
              <a:rPr dirty="0" err="1"/>
              <a:t>되는</a:t>
            </a:r>
            <a:r>
              <a:rPr dirty="0"/>
              <a:t> </a:t>
            </a:r>
            <a:r>
              <a:rPr dirty="0" err="1"/>
              <a:t>데이터”에</a:t>
            </a:r>
            <a:r>
              <a:rPr dirty="0"/>
              <a:t> </a:t>
            </a:r>
            <a:r>
              <a:rPr dirty="0" err="1"/>
              <a:t>적합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예: </a:t>
            </a:r>
            <a:r>
              <a:rPr dirty="0" err="1"/>
              <a:t>좌표</a:t>
            </a:r>
            <a:r>
              <a:rPr dirty="0"/>
              <a:t>(</a:t>
            </a:r>
            <a:r>
              <a:rPr dirty="0" err="1"/>
              <a:t>x,y</a:t>
            </a:r>
            <a:r>
              <a:rPr dirty="0"/>
              <a:t>), RGB </a:t>
            </a:r>
            <a:r>
              <a:rPr dirty="0" err="1"/>
              <a:t>색상</a:t>
            </a:r>
            <a:r>
              <a:rPr dirty="0"/>
              <a:t>, (</a:t>
            </a:r>
            <a:r>
              <a:rPr dirty="0" err="1"/>
              <a:t>이름</a:t>
            </a:r>
            <a:r>
              <a:rPr dirty="0"/>
              <a:t>, </a:t>
            </a:r>
            <a:r>
              <a:rPr dirty="0" err="1"/>
              <a:t>학번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6/25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튜플 기본 예시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point = (10, 20)</a:t>
            </a:r>
            <a:br>
              <a:rPr dirty="0"/>
            </a:br>
            <a:r>
              <a:rPr dirty="0"/>
              <a:t>x, y = point</a:t>
            </a:r>
            <a:br>
              <a:rPr dirty="0"/>
            </a:br>
            <a:r>
              <a:rPr dirty="0"/>
              <a:t>print(x, y)</a:t>
            </a:r>
            <a:br>
              <a:rPr dirty="0"/>
            </a:br>
            <a:br>
              <a:rPr dirty="0"/>
            </a:br>
            <a:r>
              <a:rPr dirty="0"/>
              <a:t># swap (값 </a:t>
            </a:r>
            <a:r>
              <a:rPr dirty="0" err="1"/>
              <a:t>교환</a:t>
            </a:r>
            <a:r>
              <a:rPr dirty="0"/>
              <a:t>)</a:t>
            </a:r>
            <a:br>
              <a:rPr dirty="0"/>
            </a:br>
            <a:r>
              <a:rPr dirty="0"/>
              <a:t>a, b = 1, 2</a:t>
            </a:r>
            <a:br>
              <a:rPr dirty="0"/>
            </a:br>
            <a:r>
              <a:rPr dirty="0"/>
              <a:t>a, b = b, a</a:t>
            </a:r>
            <a:br>
              <a:rPr dirty="0"/>
            </a:br>
            <a:r>
              <a:rPr dirty="0"/>
              <a:t>print(a, b)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패킹</a:t>
            </a:r>
            <a:r>
              <a:rPr dirty="0"/>
              <a:t>/</a:t>
            </a:r>
            <a:r>
              <a:rPr dirty="0" err="1"/>
              <a:t>언패킹</a:t>
            </a:r>
            <a:r>
              <a:rPr dirty="0"/>
              <a:t>(pack/unpack)</a:t>
            </a:r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튜플은</a:t>
            </a:r>
            <a:r>
              <a:rPr dirty="0"/>
              <a:t> </a:t>
            </a:r>
            <a:r>
              <a:rPr dirty="0" err="1"/>
              <a:t>함수에서</a:t>
            </a:r>
            <a:r>
              <a:rPr dirty="0"/>
              <a:t>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값을</a:t>
            </a:r>
            <a:r>
              <a:rPr dirty="0"/>
              <a:t> </a:t>
            </a:r>
            <a:r>
              <a:rPr dirty="0" err="1"/>
              <a:t>반환할</a:t>
            </a:r>
            <a:r>
              <a:rPr dirty="0"/>
              <a:t> 때 </a:t>
            </a:r>
            <a:r>
              <a:rPr dirty="0" err="1"/>
              <a:t>자주</a:t>
            </a:r>
            <a:r>
              <a:rPr dirty="0"/>
              <a:t> </a:t>
            </a:r>
            <a:r>
              <a:rPr dirty="0" err="1"/>
              <a:t>사용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값 </a:t>
            </a:r>
            <a:r>
              <a:rPr dirty="0" err="1"/>
              <a:t>교환</a:t>
            </a:r>
            <a:r>
              <a:rPr dirty="0"/>
              <a:t>(swap)이 </a:t>
            </a:r>
            <a:r>
              <a:rPr dirty="0" err="1"/>
              <a:t>매우</a:t>
            </a:r>
            <a:r>
              <a:rPr dirty="0"/>
              <a:t> </a:t>
            </a:r>
            <a:r>
              <a:rPr dirty="0" err="1"/>
              <a:t>간단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7/25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튜플 vs 리스트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리스트</a:t>
            </a:r>
            <a:r>
              <a:rPr dirty="0"/>
              <a:t>: </a:t>
            </a:r>
            <a:r>
              <a:rPr dirty="0" err="1"/>
              <a:t>수정</a:t>
            </a:r>
            <a:r>
              <a:rPr dirty="0"/>
              <a:t>/</a:t>
            </a:r>
            <a:r>
              <a:rPr dirty="0" err="1"/>
              <a:t>추가</a:t>
            </a:r>
            <a:r>
              <a:rPr dirty="0"/>
              <a:t>/</a:t>
            </a:r>
            <a:r>
              <a:rPr dirty="0" err="1"/>
              <a:t>삭제가</a:t>
            </a:r>
            <a:r>
              <a:rPr dirty="0"/>
              <a:t> </a:t>
            </a:r>
            <a:r>
              <a:rPr dirty="0" err="1"/>
              <a:t>필요할</a:t>
            </a:r>
            <a:r>
              <a:rPr dirty="0"/>
              <a:t> 때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튜플</a:t>
            </a:r>
            <a:r>
              <a:rPr dirty="0"/>
              <a:t>: </a:t>
            </a:r>
            <a:r>
              <a:rPr dirty="0" err="1"/>
              <a:t>고정된</a:t>
            </a:r>
            <a:r>
              <a:rPr dirty="0"/>
              <a:t> 값 </a:t>
            </a:r>
            <a:r>
              <a:rPr dirty="0" err="1"/>
              <a:t>묶음</a:t>
            </a:r>
            <a:r>
              <a:rPr dirty="0"/>
              <a:t>(</a:t>
            </a:r>
            <a:r>
              <a:rPr dirty="0" err="1"/>
              <a:t>상수처럼</a:t>
            </a:r>
            <a:r>
              <a:rPr dirty="0"/>
              <a:t>)</a:t>
            </a:r>
            <a:r>
              <a:rPr dirty="0" err="1"/>
              <a:t>으로</a:t>
            </a:r>
            <a:r>
              <a:rPr dirty="0"/>
              <a:t> </a:t>
            </a:r>
            <a:r>
              <a:rPr dirty="0" err="1"/>
              <a:t>사용할</a:t>
            </a:r>
            <a:r>
              <a:rPr dirty="0"/>
              <a:t> 때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튜플이</a:t>
            </a:r>
            <a:r>
              <a:rPr dirty="0"/>
              <a:t> </a:t>
            </a:r>
            <a:r>
              <a:rPr dirty="0" err="1"/>
              <a:t>약간</a:t>
            </a:r>
            <a:r>
              <a:rPr dirty="0"/>
              <a:t> 더 </a:t>
            </a:r>
            <a:r>
              <a:rPr dirty="0" err="1"/>
              <a:t>가볍고</a:t>
            </a:r>
            <a:r>
              <a:rPr dirty="0"/>
              <a:t> </a:t>
            </a:r>
            <a:r>
              <a:rPr dirty="0" err="1"/>
              <a:t>안전</a:t>
            </a:r>
            <a:r>
              <a:rPr dirty="0"/>
              <a:t>(</a:t>
            </a:r>
            <a:r>
              <a:rPr dirty="0" err="1"/>
              <a:t>실수로</a:t>
            </a:r>
            <a:r>
              <a:rPr dirty="0"/>
              <a:t> </a:t>
            </a:r>
            <a:r>
              <a:rPr dirty="0" err="1"/>
              <a:t>변경</a:t>
            </a:r>
            <a:r>
              <a:rPr dirty="0"/>
              <a:t> </a:t>
            </a:r>
            <a:r>
              <a:rPr dirty="0" err="1"/>
              <a:t>방지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“</a:t>
            </a:r>
            <a:r>
              <a:rPr dirty="0" err="1"/>
              <a:t>변경</a:t>
            </a:r>
            <a:r>
              <a:rPr dirty="0"/>
              <a:t> </a:t>
            </a:r>
            <a:r>
              <a:rPr dirty="0" err="1"/>
              <a:t>가능해야</a:t>
            </a:r>
            <a:r>
              <a:rPr dirty="0"/>
              <a:t> </a:t>
            </a:r>
            <a:r>
              <a:rPr dirty="0" err="1"/>
              <a:t>하는가</a:t>
            </a:r>
            <a:r>
              <a:rPr dirty="0"/>
              <a:t>?”가 </a:t>
            </a:r>
            <a:r>
              <a:rPr dirty="0" err="1"/>
              <a:t>선택</a:t>
            </a:r>
            <a:r>
              <a:rPr dirty="0"/>
              <a:t> </a:t>
            </a:r>
            <a:r>
              <a:rPr dirty="0" err="1"/>
              <a:t>기준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8/25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딕셔너리(dict)란?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key-value(키-값) </a:t>
            </a:r>
            <a:r>
              <a:rPr dirty="0" err="1"/>
              <a:t>구조의</a:t>
            </a:r>
            <a:r>
              <a:rPr dirty="0"/>
              <a:t> </a:t>
            </a:r>
            <a:r>
              <a:rPr dirty="0" err="1"/>
              <a:t>자료구조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키로</a:t>
            </a:r>
            <a:r>
              <a:rPr dirty="0"/>
              <a:t> </a:t>
            </a:r>
            <a:r>
              <a:rPr dirty="0" err="1"/>
              <a:t>값을</a:t>
            </a:r>
            <a:r>
              <a:rPr dirty="0"/>
              <a:t> </a:t>
            </a:r>
            <a:r>
              <a:rPr dirty="0" err="1"/>
              <a:t>빠르게</a:t>
            </a:r>
            <a:r>
              <a:rPr dirty="0"/>
              <a:t> </a:t>
            </a:r>
            <a:r>
              <a:rPr dirty="0" err="1"/>
              <a:t>찾는</a:t>
            </a:r>
            <a:r>
              <a:rPr dirty="0"/>
              <a:t> “</a:t>
            </a:r>
            <a:r>
              <a:rPr dirty="0" err="1"/>
              <a:t>검색”에</a:t>
            </a:r>
            <a:r>
              <a:rPr dirty="0"/>
              <a:t> </a:t>
            </a:r>
            <a:r>
              <a:rPr dirty="0" err="1"/>
              <a:t>강함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예: {"Kim":90, "Lee":80}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현실</a:t>
            </a:r>
            <a:r>
              <a:rPr dirty="0"/>
              <a:t> 예: </a:t>
            </a:r>
            <a:r>
              <a:rPr dirty="0" err="1"/>
              <a:t>학번→이름</a:t>
            </a:r>
            <a:r>
              <a:rPr dirty="0"/>
              <a:t>, </a:t>
            </a:r>
            <a:r>
              <a:rPr dirty="0" err="1"/>
              <a:t>단어→빈도수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9/25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dict 생성/접근/수정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score = {"Kim": 90, "Lee": 80}</a:t>
            </a:r>
            <a:br>
              <a:rPr dirty="0"/>
            </a:br>
            <a:r>
              <a:rPr dirty="0"/>
              <a:t>print(score["Kim"])  # 90</a:t>
            </a:r>
            <a:br>
              <a:rPr dirty="0"/>
            </a:br>
            <a:br>
              <a:rPr dirty="0"/>
            </a:br>
            <a:r>
              <a:rPr dirty="0"/>
              <a:t>score["Park"] = 70   # </a:t>
            </a:r>
            <a:r>
              <a:rPr dirty="0" err="1"/>
              <a:t>추가</a:t>
            </a:r>
            <a:br>
              <a:rPr dirty="0"/>
            </a:br>
            <a:r>
              <a:rPr dirty="0"/>
              <a:t>score["Lee"] = 85    # </a:t>
            </a:r>
            <a:r>
              <a:rPr dirty="0" err="1"/>
              <a:t>수정</a:t>
            </a:r>
            <a:br>
              <a:rPr dirty="0"/>
            </a:br>
            <a:r>
              <a:rPr dirty="0"/>
              <a:t>print(score)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키가</a:t>
            </a:r>
            <a:r>
              <a:rPr dirty="0"/>
              <a:t> </a:t>
            </a:r>
            <a:r>
              <a:rPr dirty="0" err="1"/>
              <a:t>없는데</a:t>
            </a:r>
            <a:r>
              <a:rPr dirty="0"/>
              <a:t> score["X"]를 </a:t>
            </a:r>
            <a:r>
              <a:rPr dirty="0" err="1"/>
              <a:t>하면</a:t>
            </a:r>
            <a:r>
              <a:rPr dirty="0"/>
              <a:t> </a:t>
            </a:r>
            <a:r>
              <a:rPr dirty="0" err="1"/>
              <a:t>KeyError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get()을 </a:t>
            </a:r>
            <a:r>
              <a:rPr dirty="0" err="1"/>
              <a:t>쓰면</a:t>
            </a:r>
            <a:r>
              <a:rPr dirty="0"/>
              <a:t> </a:t>
            </a:r>
            <a:r>
              <a:rPr dirty="0" err="1"/>
              <a:t>기본값</a:t>
            </a:r>
            <a:r>
              <a:rPr dirty="0"/>
              <a:t> </a:t>
            </a:r>
            <a:r>
              <a:rPr dirty="0" err="1"/>
              <a:t>지정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딕셔너리는</a:t>
            </a:r>
            <a:r>
              <a:rPr dirty="0"/>
              <a:t> </a:t>
            </a:r>
            <a:r>
              <a:rPr dirty="0" err="1"/>
              <a:t>순서보다</a:t>
            </a:r>
            <a:r>
              <a:rPr dirty="0"/>
              <a:t> “</a:t>
            </a:r>
            <a:r>
              <a:rPr dirty="0" err="1"/>
              <a:t>매핑”이</a:t>
            </a:r>
            <a:r>
              <a:rPr dirty="0"/>
              <a:t> </a:t>
            </a:r>
            <a:r>
              <a:rPr dirty="0" err="1"/>
              <a:t>핵심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10/25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dict 메서드(get/items)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score = {"Kim": 90}</a:t>
            </a:r>
            <a:br>
              <a:rPr dirty="0"/>
            </a:br>
            <a:r>
              <a:rPr dirty="0"/>
              <a:t>print(</a:t>
            </a:r>
            <a:r>
              <a:rPr dirty="0" err="1"/>
              <a:t>score.get</a:t>
            </a:r>
            <a:r>
              <a:rPr dirty="0"/>
              <a:t>("Lee", 0))</a:t>
            </a:r>
            <a:br>
              <a:rPr dirty="0"/>
            </a:br>
            <a:br>
              <a:rPr dirty="0"/>
            </a:br>
            <a:r>
              <a:rPr dirty="0"/>
              <a:t>for name, s in </a:t>
            </a:r>
            <a:r>
              <a:rPr dirty="0" err="1"/>
              <a:t>score.items</a:t>
            </a:r>
            <a:r>
              <a:rPr dirty="0"/>
              <a:t>():</a:t>
            </a:r>
            <a:br>
              <a:rPr dirty="0"/>
            </a:br>
            <a:r>
              <a:rPr dirty="0"/>
              <a:t>    print(name, s)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get(key, default): </a:t>
            </a:r>
            <a:r>
              <a:rPr dirty="0" err="1"/>
              <a:t>키가</a:t>
            </a:r>
            <a:r>
              <a:rPr dirty="0"/>
              <a:t> </a:t>
            </a:r>
            <a:r>
              <a:rPr dirty="0" err="1"/>
              <a:t>없을</a:t>
            </a:r>
            <a:r>
              <a:rPr dirty="0"/>
              <a:t> 때 </a:t>
            </a:r>
            <a:r>
              <a:rPr dirty="0" err="1"/>
              <a:t>기본값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items(): (</a:t>
            </a:r>
            <a:r>
              <a:rPr dirty="0" err="1"/>
              <a:t>key,value</a:t>
            </a:r>
            <a:r>
              <a:rPr dirty="0"/>
              <a:t>) 쌍 </a:t>
            </a:r>
            <a:r>
              <a:rPr dirty="0" err="1"/>
              <a:t>순회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keys()/values()도 </a:t>
            </a:r>
            <a:r>
              <a:rPr dirty="0" err="1"/>
              <a:t>자주</a:t>
            </a:r>
            <a:r>
              <a:rPr dirty="0"/>
              <a:t> </a:t>
            </a:r>
            <a:r>
              <a:rPr dirty="0" err="1"/>
              <a:t>사용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11/25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dict 자주 쓰는 기능 3가지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키 </a:t>
            </a:r>
            <a:r>
              <a:rPr dirty="0" err="1"/>
              <a:t>존재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: if key in d: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삭제</a:t>
            </a:r>
            <a:r>
              <a:rPr dirty="0"/>
              <a:t>: pop(key) </a:t>
            </a:r>
            <a:r>
              <a:rPr dirty="0" err="1"/>
              <a:t>또는</a:t>
            </a:r>
            <a:r>
              <a:rPr dirty="0"/>
              <a:t> del d[key]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여러</a:t>
            </a:r>
            <a:r>
              <a:rPr dirty="0"/>
              <a:t> 값 </a:t>
            </a:r>
            <a:r>
              <a:rPr dirty="0" err="1"/>
              <a:t>추가</a:t>
            </a:r>
            <a:r>
              <a:rPr dirty="0"/>
              <a:t>/</a:t>
            </a:r>
            <a:r>
              <a:rPr dirty="0" err="1"/>
              <a:t>병합</a:t>
            </a:r>
            <a:r>
              <a:rPr dirty="0"/>
              <a:t>: update(</a:t>
            </a:r>
            <a:r>
              <a:rPr dirty="0" err="1"/>
              <a:t>other_dict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실무</a:t>
            </a:r>
            <a:r>
              <a:rPr dirty="0"/>
              <a:t> 팁: “</a:t>
            </a:r>
            <a:r>
              <a:rPr dirty="0" err="1"/>
              <a:t>키가</a:t>
            </a:r>
            <a:r>
              <a:rPr dirty="0"/>
              <a:t> </a:t>
            </a:r>
            <a:r>
              <a:rPr dirty="0" err="1"/>
              <a:t>없을</a:t>
            </a:r>
            <a:r>
              <a:rPr dirty="0"/>
              <a:t> </a:t>
            </a:r>
            <a:r>
              <a:rPr dirty="0" err="1"/>
              <a:t>가능성”부터</a:t>
            </a:r>
            <a:r>
              <a:rPr dirty="0"/>
              <a:t>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고려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빈도수 세기(대표 예제)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text = "banana"</a:t>
            </a:r>
            <a:br>
              <a:rPr dirty="0"/>
            </a:br>
            <a:r>
              <a:rPr dirty="0" err="1"/>
              <a:t>freq</a:t>
            </a:r>
            <a:r>
              <a:rPr dirty="0"/>
              <a:t> = {}</a:t>
            </a:r>
            <a:br>
              <a:rPr dirty="0"/>
            </a:br>
            <a:br>
              <a:rPr dirty="0"/>
            </a:br>
            <a:r>
              <a:rPr dirty="0"/>
              <a:t>for </a:t>
            </a:r>
            <a:r>
              <a:rPr dirty="0" err="1"/>
              <a:t>ch</a:t>
            </a:r>
            <a:r>
              <a:rPr dirty="0"/>
              <a:t> in text:</a:t>
            </a:r>
            <a:br>
              <a:rPr dirty="0"/>
            </a:br>
            <a:r>
              <a:rPr dirty="0"/>
              <a:t>    </a:t>
            </a:r>
            <a:r>
              <a:rPr dirty="0" err="1"/>
              <a:t>freq</a:t>
            </a:r>
            <a:r>
              <a:rPr dirty="0"/>
              <a:t>[</a:t>
            </a:r>
            <a:r>
              <a:rPr dirty="0" err="1"/>
              <a:t>ch</a:t>
            </a:r>
            <a:r>
              <a:rPr dirty="0"/>
              <a:t>] = </a:t>
            </a:r>
            <a:r>
              <a:rPr dirty="0" err="1"/>
              <a:t>freq.get</a:t>
            </a:r>
            <a:r>
              <a:rPr dirty="0"/>
              <a:t>(</a:t>
            </a:r>
            <a:r>
              <a:rPr dirty="0" err="1"/>
              <a:t>ch</a:t>
            </a:r>
            <a:r>
              <a:rPr dirty="0"/>
              <a:t>, 0) + 1</a:t>
            </a:r>
            <a:br>
              <a:rPr dirty="0"/>
            </a:br>
            <a:br>
              <a:rPr dirty="0"/>
            </a:br>
            <a:r>
              <a:rPr dirty="0"/>
              <a:t>print(</a:t>
            </a:r>
            <a:r>
              <a:rPr dirty="0" err="1"/>
              <a:t>freq</a:t>
            </a:r>
            <a:r>
              <a:rPr dirty="0"/>
              <a:t>)  # {'b':1,'a':3,'n':2}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414497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딕셔너리의</a:t>
            </a:r>
            <a:r>
              <a:rPr dirty="0"/>
              <a:t> “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유명한</a:t>
            </a:r>
            <a:r>
              <a:rPr dirty="0"/>
              <a:t>” </a:t>
            </a:r>
            <a:r>
              <a:rPr dirty="0" err="1"/>
              <a:t>사용법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get으로</a:t>
            </a:r>
            <a:r>
              <a:rPr dirty="0"/>
              <a:t> </a:t>
            </a:r>
            <a:r>
              <a:rPr dirty="0" err="1"/>
              <a:t>기본값</a:t>
            </a:r>
            <a:r>
              <a:rPr dirty="0"/>
              <a:t> 0 </a:t>
            </a:r>
            <a:r>
              <a:rPr dirty="0" err="1"/>
              <a:t>처리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단어</a:t>
            </a:r>
            <a:r>
              <a:rPr dirty="0"/>
              <a:t> </a:t>
            </a:r>
            <a:r>
              <a:rPr dirty="0" err="1"/>
              <a:t>빈도</a:t>
            </a:r>
            <a:r>
              <a:rPr dirty="0"/>
              <a:t>/</a:t>
            </a:r>
            <a:r>
              <a:rPr dirty="0" err="1"/>
              <a:t>로그</a:t>
            </a:r>
            <a:r>
              <a:rPr dirty="0"/>
              <a:t> </a:t>
            </a:r>
            <a:r>
              <a:rPr dirty="0" err="1"/>
              <a:t>분석</a:t>
            </a:r>
            <a:r>
              <a:rPr dirty="0"/>
              <a:t>/</a:t>
            </a:r>
            <a:r>
              <a:rPr dirty="0" err="1"/>
              <a:t>통계에</a:t>
            </a:r>
            <a:r>
              <a:rPr dirty="0"/>
              <a:t> </a:t>
            </a:r>
            <a:r>
              <a:rPr dirty="0" err="1"/>
              <a:t>활용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집합(set)란?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중복을</a:t>
            </a:r>
            <a:r>
              <a:rPr dirty="0"/>
              <a:t> </a:t>
            </a:r>
            <a:r>
              <a:rPr dirty="0" err="1"/>
              <a:t>허용하지</a:t>
            </a:r>
            <a:r>
              <a:rPr dirty="0"/>
              <a:t> </a:t>
            </a:r>
            <a:r>
              <a:rPr dirty="0" err="1"/>
              <a:t>않는</a:t>
            </a:r>
            <a:r>
              <a:rPr dirty="0"/>
              <a:t> </a:t>
            </a:r>
            <a:r>
              <a:rPr dirty="0" err="1"/>
              <a:t>자료구조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순서가</a:t>
            </a:r>
            <a:r>
              <a:rPr dirty="0"/>
              <a:t> </a:t>
            </a:r>
            <a:r>
              <a:rPr dirty="0" err="1"/>
              <a:t>중요하지</a:t>
            </a:r>
            <a:r>
              <a:rPr dirty="0"/>
              <a:t> </a:t>
            </a:r>
            <a:r>
              <a:rPr dirty="0" err="1"/>
              <a:t>않음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주요</a:t>
            </a:r>
            <a:r>
              <a:rPr dirty="0"/>
              <a:t> </a:t>
            </a:r>
            <a:r>
              <a:rPr dirty="0" err="1"/>
              <a:t>기능</a:t>
            </a:r>
            <a:r>
              <a:rPr dirty="0"/>
              <a:t>: </a:t>
            </a: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제거</a:t>
            </a:r>
            <a:r>
              <a:rPr dirty="0"/>
              <a:t>, </a:t>
            </a:r>
            <a:r>
              <a:rPr dirty="0" err="1"/>
              <a:t>포함</a:t>
            </a:r>
            <a:r>
              <a:rPr dirty="0"/>
              <a:t> </a:t>
            </a:r>
            <a:r>
              <a:rPr dirty="0" err="1"/>
              <a:t>여부</a:t>
            </a:r>
            <a:r>
              <a:rPr dirty="0"/>
              <a:t> </a:t>
            </a:r>
            <a:r>
              <a:rPr dirty="0" err="1"/>
              <a:t>검사</a:t>
            </a:r>
            <a:r>
              <a:rPr dirty="0"/>
              <a:t>(in)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수학의</a:t>
            </a:r>
            <a:r>
              <a:rPr dirty="0"/>
              <a:t> </a:t>
            </a:r>
            <a:r>
              <a:rPr dirty="0" err="1"/>
              <a:t>집합</a:t>
            </a:r>
            <a:r>
              <a:rPr dirty="0"/>
              <a:t> </a:t>
            </a:r>
            <a:r>
              <a:rPr dirty="0" err="1"/>
              <a:t>연산</a:t>
            </a:r>
            <a:r>
              <a:rPr dirty="0"/>
              <a:t>(</a:t>
            </a:r>
            <a:r>
              <a:rPr dirty="0" err="1"/>
              <a:t>합집합</a:t>
            </a:r>
            <a:r>
              <a:rPr dirty="0"/>
              <a:t>/</a:t>
            </a:r>
            <a:r>
              <a:rPr dirty="0" err="1"/>
              <a:t>교집합</a:t>
            </a:r>
            <a:r>
              <a:rPr dirty="0"/>
              <a:t>/</a:t>
            </a:r>
            <a:r>
              <a:rPr dirty="0" err="1"/>
              <a:t>차집합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14/25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set 중복 제거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 err="1"/>
              <a:t>nums</a:t>
            </a:r>
            <a:r>
              <a:rPr dirty="0"/>
              <a:t> = [1, 1, 2, 3, 3]</a:t>
            </a:r>
            <a:br>
              <a:rPr dirty="0"/>
            </a:br>
            <a:r>
              <a:rPr dirty="0"/>
              <a:t>s = set(</a:t>
            </a:r>
            <a:r>
              <a:rPr dirty="0" err="1"/>
              <a:t>nums</a:t>
            </a:r>
            <a:r>
              <a:rPr dirty="0"/>
              <a:t>)</a:t>
            </a:r>
            <a:br>
              <a:rPr dirty="0"/>
            </a:br>
            <a:r>
              <a:rPr dirty="0"/>
              <a:t>print(s)  # {1,2,3}</a:t>
            </a:r>
            <a:br>
              <a:rPr dirty="0"/>
            </a:br>
            <a:br>
              <a:rPr dirty="0"/>
            </a:br>
            <a:r>
              <a:rPr dirty="0"/>
              <a:t>nums2 = list(s)</a:t>
            </a:r>
            <a:br>
              <a:rPr dirty="0"/>
            </a:br>
            <a:r>
              <a:rPr dirty="0"/>
              <a:t>print(nums2)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925389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set은</a:t>
            </a:r>
            <a:r>
              <a:rPr dirty="0"/>
              <a:t> </a:t>
            </a: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순서가</a:t>
            </a:r>
            <a:r>
              <a:rPr dirty="0"/>
              <a:t> </a:t>
            </a:r>
            <a:r>
              <a:rPr dirty="0" err="1"/>
              <a:t>매번</a:t>
            </a:r>
            <a:r>
              <a:rPr dirty="0"/>
              <a:t> </a:t>
            </a:r>
            <a:r>
              <a:rPr dirty="0" err="1"/>
              <a:t>다를</a:t>
            </a:r>
            <a:r>
              <a:rPr dirty="0"/>
              <a:t> 수 </a:t>
            </a:r>
            <a:r>
              <a:rPr dirty="0" err="1"/>
              <a:t>있음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제거</a:t>
            </a:r>
            <a:r>
              <a:rPr dirty="0"/>
              <a:t> 후 </a:t>
            </a:r>
            <a:r>
              <a:rPr dirty="0" err="1"/>
              <a:t>다시</a:t>
            </a:r>
            <a:r>
              <a:rPr dirty="0"/>
              <a:t> </a:t>
            </a:r>
            <a:r>
              <a:rPr dirty="0" err="1"/>
              <a:t>리스트로</a:t>
            </a:r>
            <a:r>
              <a:rPr dirty="0"/>
              <a:t> </a:t>
            </a:r>
            <a:r>
              <a:rPr dirty="0" err="1"/>
              <a:t>변환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정렬이</a:t>
            </a:r>
            <a:r>
              <a:rPr dirty="0"/>
              <a:t> </a:t>
            </a:r>
            <a:r>
              <a:rPr dirty="0" err="1"/>
              <a:t>필요하면</a:t>
            </a:r>
            <a:r>
              <a:rPr dirty="0"/>
              <a:t> sorted(list(set(...)))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집합 연산(합/교/차)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a = {1, 2, 3}</a:t>
            </a:r>
            <a:br>
              <a:rPr dirty="0"/>
            </a:br>
            <a:r>
              <a:rPr dirty="0"/>
              <a:t>b = {3, 4, 5}</a:t>
            </a:r>
            <a:br>
              <a:rPr dirty="0"/>
            </a:br>
            <a:br>
              <a:rPr dirty="0"/>
            </a:br>
            <a:r>
              <a:rPr dirty="0"/>
              <a:t>print(a | b)  # union</a:t>
            </a:r>
            <a:br>
              <a:rPr dirty="0"/>
            </a:br>
            <a:r>
              <a:rPr dirty="0"/>
              <a:t>print(a &amp; b)  # intersection</a:t>
            </a:r>
            <a:br>
              <a:rPr dirty="0"/>
            </a:br>
            <a:r>
              <a:rPr dirty="0"/>
              <a:t>print(a - b)  # difference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|, &amp;, - </a:t>
            </a:r>
            <a:r>
              <a:rPr dirty="0" err="1"/>
              <a:t>연산자로</a:t>
            </a:r>
            <a:r>
              <a:rPr dirty="0"/>
              <a:t> </a:t>
            </a:r>
            <a:r>
              <a:rPr dirty="0" err="1"/>
              <a:t>집합</a:t>
            </a:r>
            <a:r>
              <a:rPr dirty="0"/>
              <a:t> </a:t>
            </a:r>
            <a:r>
              <a:rPr dirty="0" err="1"/>
              <a:t>연산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없는</a:t>
            </a:r>
            <a:r>
              <a:rPr dirty="0"/>
              <a:t> </a:t>
            </a:r>
            <a:r>
              <a:rPr dirty="0" err="1"/>
              <a:t>비교</a:t>
            </a:r>
            <a:r>
              <a:rPr dirty="0"/>
              <a:t>/</a:t>
            </a:r>
            <a:r>
              <a:rPr dirty="0" err="1"/>
              <a:t>필터에</a:t>
            </a:r>
            <a:r>
              <a:rPr dirty="0"/>
              <a:t> </a:t>
            </a:r>
            <a:r>
              <a:rPr dirty="0" err="1"/>
              <a:t>강함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전처리</a:t>
            </a:r>
            <a:r>
              <a:rPr dirty="0"/>
              <a:t>(Week12)</a:t>
            </a:r>
            <a:r>
              <a:rPr dirty="0" err="1"/>
              <a:t>에서도</a:t>
            </a:r>
            <a:r>
              <a:rPr dirty="0"/>
              <a:t> </a:t>
            </a:r>
            <a:r>
              <a:rPr dirty="0" err="1"/>
              <a:t>자주</a:t>
            </a:r>
            <a:r>
              <a:rPr dirty="0"/>
              <a:t> </a:t>
            </a:r>
            <a:r>
              <a:rPr dirty="0" err="1"/>
              <a:t>등장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16/25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자료구조 선택 가이드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list: </a:t>
            </a:r>
            <a:r>
              <a:rPr dirty="0" err="1"/>
              <a:t>순서</a:t>
            </a:r>
            <a:r>
              <a:rPr dirty="0"/>
              <a:t> O, </a:t>
            </a:r>
            <a:r>
              <a:rPr dirty="0" err="1"/>
              <a:t>중복</a:t>
            </a:r>
            <a:r>
              <a:rPr dirty="0"/>
              <a:t> O, </a:t>
            </a:r>
            <a:r>
              <a:rPr dirty="0" err="1"/>
              <a:t>수정</a:t>
            </a:r>
            <a:r>
              <a:rPr dirty="0"/>
              <a:t> O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tuple: </a:t>
            </a:r>
            <a:r>
              <a:rPr dirty="0" err="1"/>
              <a:t>순서</a:t>
            </a:r>
            <a:r>
              <a:rPr dirty="0"/>
              <a:t> O, </a:t>
            </a:r>
            <a:r>
              <a:rPr dirty="0" err="1"/>
              <a:t>중복</a:t>
            </a:r>
            <a:r>
              <a:rPr dirty="0"/>
              <a:t> O, </a:t>
            </a:r>
            <a:r>
              <a:rPr dirty="0" err="1"/>
              <a:t>수정</a:t>
            </a:r>
            <a:r>
              <a:rPr dirty="0"/>
              <a:t> X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dict</a:t>
            </a:r>
            <a:r>
              <a:rPr dirty="0"/>
              <a:t>: </a:t>
            </a:r>
            <a:r>
              <a:rPr dirty="0" err="1"/>
              <a:t>key로</a:t>
            </a:r>
            <a:r>
              <a:rPr dirty="0"/>
              <a:t> </a:t>
            </a:r>
            <a:r>
              <a:rPr dirty="0" err="1"/>
              <a:t>빠른</a:t>
            </a:r>
            <a:r>
              <a:rPr dirty="0"/>
              <a:t> </a:t>
            </a:r>
            <a:r>
              <a:rPr dirty="0" err="1"/>
              <a:t>조회</a:t>
            </a:r>
            <a:r>
              <a:rPr dirty="0"/>
              <a:t>(</a:t>
            </a:r>
            <a:r>
              <a:rPr dirty="0" err="1"/>
              <a:t>매핑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set: </a:t>
            </a:r>
            <a:r>
              <a:rPr dirty="0" err="1"/>
              <a:t>중복</a:t>
            </a:r>
            <a:r>
              <a:rPr dirty="0"/>
              <a:t> X, </a:t>
            </a:r>
            <a:r>
              <a:rPr dirty="0" err="1"/>
              <a:t>포함</a:t>
            </a:r>
            <a:r>
              <a:rPr dirty="0"/>
              <a:t> </a:t>
            </a:r>
            <a:r>
              <a:rPr dirty="0" err="1"/>
              <a:t>검사</a:t>
            </a:r>
            <a:r>
              <a:rPr dirty="0"/>
              <a:t>/</a:t>
            </a:r>
            <a:r>
              <a:rPr dirty="0" err="1"/>
              <a:t>집합</a:t>
            </a:r>
            <a:r>
              <a:rPr dirty="0"/>
              <a:t> </a:t>
            </a:r>
            <a:r>
              <a:rPr dirty="0" err="1"/>
              <a:t>연산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17/25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With AI: “자료구조 선택” 질문법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문제</a:t>
            </a:r>
            <a:r>
              <a:rPr dirty="0"/>
              <a:t> </a:t>
            </a:r>
            <a:r>
              <a:rPr dirty="0" err="1"/>
              <a:t>설명</a:t>
            </a:r>
            <a:r>
              <a:rPr dirty="0"/>
              <a:t> +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데이터</a:t>
            </a:r>
            <a:r>
              <a:rPr dirty="0"/>
              <a:t> </a:t>
            </a:r>
            <a:r>
              <a:rPr dirty="0" err="1"/>
              <a:t>예시</a:t>
            </a:r>
            <a:r>
              <a:rPr dirty="0"/>
              <a:t> + </a:t>
            </a: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형태를</a:t>
            </a:r>
            <a:r>
              <a:rPr dirty="0"/>
              <a:t> </a:t>
            </a:r>
            <a:r>
              <a:rPr dirty="0" err="1"/>
              <a:t>제공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“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자료구조가</a:t>
            </a:r>
            <a:r>
              <a:rPr dirty="0"/>
              <a:t> </a:t>
            </a:r>
            <a:r>
              <a:rPr dirty="0" err="1"/>
              <a:t>적절한지</a:t>
            </a:r>
            <a:r>
              <a:rPr dirty="0"/>
              <a:t>”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물어보기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그 </a:t>
            </a:r>
            <a:r>
              <a:rPr dirty="0" err="1"/>
              <a:t>다음에</a:t>
            </a:r>
            <a:r>
              <a:rPr dirty="0"/>
              <a:t> </a:t>
            </a:r>
            <a:r>
              <a:rPr dirty="0" err="1"/>
              <a:t>구현을</a:t>
            </a:r>
            <a:r>
              <a:rPr dirty="0"/>
              <a:t> </a:t>
            </a:r>
            <a:r>
              <a:rPr dirty="0" err="1"/>
              <a:t>요청</a:t>
            </a:r>
            <a:r>
              <a:rPr dirty="0"/>
              <a:t>(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생성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마지막에</a:t>
            </a:r>
            <a:r>
              <a:rPr dirty="0"/>
              <a:t> </a:t>
            </a:r>
            <a:r>
              <a:rPr dirty="0" err="1"/>
              <a:t>리팩터링</a:t>
            </a:r>
            <a:r>
              <a:rPr dirty="0"/>
              <a:t>/</a:t>
            </a:r>
            <a:r>
              <a:rPr dirty="0" err="1"/>
              <a:t>엣지</a:t>
            </a:r>
            <a:r>
              <a:rPr dirty="0"/>
              <a:t> </a:t>
            </a:r>
            <a:r>
              <a:rPr dirty="0" err="1"/>
              <a:t>케이스</a:t>
            </a:r>
            <a:r>
              <a:rPr dirty="0"/>
              <a:t> </a:t>
            </a:r>
            <a:r>
              <a:rPr dirty="0" err="1"/>
              <a:t>보완</a:t>
            </a:r>
            <a:r>
              <a:rPr dirty="0"/>
              <a:t> </a:t>
            </a:r>
            <a:r>
              <a:rPr dirty="0" err="1"/>
              <a:t>요청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18/25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프롬프트 템플릿(자료구조 선택)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2578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 err="1"/>
              <a:t>역할</a:t>
            </a:r>
            <a:r>
              <a:rPr dirty="0"/>
              <a:t>: </a:t>
            </a:r>
            <a:r>
              <a:rPr dirty="0" err="1"/>
              <a:t>파이썬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</a:t>
            </a:r>
            <a:r>
              <a:rPr dirty="0" err="1"/>
              <a:t>코치</a:t>
            </a:r>
            <a:br>
              <a:rPr dirty="0"/>
            </a:br>
            <a:r>
              <a:rPr dirty="0" err="1"/>
              <a:t>문제</a:t>
            </a:r>
            <a:r>
              <a:rPr dirty="0"/>
              <a:t>: </a:t>
            </a:r>
            <a:r>
              <a:rPr dirty="0" err="1"/>
              <a:t>학생</a:t>
            </a:r>
            <a:r>
              <a:rPr dirty="0"/>
              <a:t> </a:t>
            </a:r>
            <a:r>
              <a:rPr dirty="0" err="1"/>
              <a:t>이름과</a:t>
            </a:r>
            <a:r>
              <a:rPr dirty="0"/>
              <a:t> </a:t>
            </a:r>
            <a:r>
              <a:rPr dirty="0" err="1"/>
              <a:t>점수를</a:t>
            </a:r>
            <a:r>
              <a:rPr dirty="0"/>
              <a:t> </a:t>
            </a:r>
            <a:r>
              <a:rPr dirty="0" err="1"/>
              <a:t>저장하고</a:t>
            </a:r>
            <a:r>
              <a:rPr dirty="0"/>
              <a:t>, </a:t>
            </a:r>
            <a:r>
              <a:rPr dirty="0" err="1"/>
              <a:t>이름으로</a:t>
            </a:r>
            <a:r>
              <a:rPr dirty="0"/>
              <a:t> </a:t>
            </a:r>
            <a:r>
              <a:rPr dirty="0" err="1"/>
              <a:t>점수를</a:t>
            </a:r>
            <a:r>
              <a:rPr dirty="0"/>
              <a:t> </a:t>
            </a:r>
            <a:r>
              <a:rPr dirty="0" err="1"/>
              <a:t>조회</a:t>
            </a:r>
            <a:br>
              <a:rPr dirty="0"/>
            </a:b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예시</a:t>
            </a:r>
            <a:r>
              <a:rPr dirty="0"/>
              <a:t>: Kim 90, Lee 80</a:t>
            </a:r>
            <a:br>
              <a:rPr dirty="0"/>
            </a:br>
            <a:r>
              <a:rPr dirty="0" err="1"/>
              <a:t>기능</a:t>
            </a:r>
            <a:r>
              <a:rPr dirty="0"/>
              <a:t>: add, find, list</a:t>
            </a:r>
            <a:br>
              <a:rPr dirty="0"/>
            </a:br>
            <a:r>
              <a:rPr dirty="0" err="1"/>
              <a:t>질문</a:t>
            </a:r>
            <a:r>
              <a:rPr dirty="0"/>
              <a:t>: list/tuple/</a:t>
            </a:r>
            <a:r>
              <a:rPr dirty="0" err="1"/>
              <a:t>dict</a:t>
            </a:r>
            <a:r>
              <a:rPr dirty="0"/>
              <a:t>/set 중 </a:t>
            </a:r>
            <a:r>
              <a:rPr dirty="0" err="1"/>
              <a:t>무엇이</a:t>
            </a:r>
            <a:r>
              <a:rPr dirty="0"/>
              <a:t> </a:t>
            </a:r>
            <a:r>
              <a:rPr dirty="0" err="1"/>
              <a:t>적절</a:t>
            </a:r>
            <a:r>
              <a:rPr dirty="0"/>
              <a:t>? </a:t>
            </a:r>
            <a:r>
              <a:rPr dirty="0" err="1"/>
              <a:t>이유는</a:t>
            </a:r>
            <a:r>
              <a:rPr dirty="0"/>
              <a:t>?</a:t>
            </a:r>
            <a:br>
              <a:rPr dirty="0"/>
            </a:br>
            <a:r>
              <a:rPr dirty="0"/>
              <a:t>그 후: </a:t>
            </a:r>
            <a:r>
              <a:rPr dirty="0" err="1"/>
              <a:t>선택한</a:t>
            </a:r>
            <a:r>
              <a:rPr dirty="0"/>
              <a:t> </a:t>
            </a:r>
            <a:r>
              <a:rPr dirty="0" err="1"/>
              <a:t>구조로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작성</a:t>
            </a:r>
            <a:r>
              <a:rPr dirty="0"/>
              <a:t> + </a:t>
            </a:r>
            <a:r>
              <a:rPr dirty="0" err="1"/>
              <a:t>테스트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프롬프트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AI에게</a:t>
            </a:r>
            <a:r>
              <a:rPr dirty="0"/>
              <a:t> “</a:t>
            </a:r>
            <a:r>
              <a:rPr dirty="0" err="1"/>
              <a:t>선택</a:t>
            </a:r>
            <a:r>
              <a:rPr dirty="0"/>
              <a:t> </a:t>
            </a:r>
            <a:r>
              <a:rPr dirty="0" err="1"/>
              <a:t>이유”를</a:t>
            </a:r>
            <a:r>
              <a:rPr dirty="0"/>
              <a:t> </a:t>
            </a:r>
            <a:r>
              <a:rPr dirty="0" err="1"/>
              <a:t>말하게</a:t>
            </a:r>
            <a:r>
              <a:rPr dirty="0"/>
              <a:t> </a:t>
            </a:r>
            <a:r>
              <a:rPr dirty="0" err="1"/>
              <a:t>하면</a:t>
            </a:r>
            <a:r>
              <a:rPr dirty="0"/>
              <a:t> </a:t>
            </a:r>
            <a:r>
              <a:rPr dirty="0" err="1"/>
              <a:t>학습</a:t>
            </a:r>
            <a:r>
              <a:rPr dirty="0"/>
              <a:t> </a:t>
            </a:r>
            <a:r>
              <a:rPr dirty="0" err="1"/>
              <a:t>효과</a:t>
            </a:r>
            <a:r>
              <a:rPr dirty="0"/>
              <a:t>↑</a:t>
            </a:r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선택→구현</a:t>
            </a:r>
            <a:r>
              <a:rPr dirty="0"/>
              <a:t> </a:t>
            </a:r>
            <a:r>
              <a:rPr dirty="0" err="1"/>
              <a:t>순서로</a:t>
            </a:r>
            <a:r>
              <a:rPr dirty="0"/>
              <a:t> </a:t>
            </a:r>
            <a:r>
              <a:rPr dirty="0" err="1"/>
              <a:t>요청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테스트</a:t>
            </a:r>
            <a:r>
              <a:rPr dirty="0"/>
              <a:t> </a:t>
            </a:r>
            <a:r>
              <a:rPr dirty="0" err="1"/>
              <a:t>케이스를</a:t>
            </a:r>
            <a:r>
              <a:rPr dirty="0"/>
              <a:t> 꼭 </a:t>
            </a:r>
            <a:r>
              <a:rPr dirty="0" err="1"/>
              <a:t>요구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19/25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1: 연락처 관리(dict)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기능</a:t>
            </a:r>
            <a:r>
              <a:rPr dirty="0"/>
              <a:t>: add(</a:t>
            </a:r>
            <a:r>
              <a:rPr dirty="0" err="1"/>
              <a:t>이름</a:t>
            </a:r>
            <a:r>
              <a:rPr dirty="0"/>
              <a:t>/</a:t>
            </a:r>
            <a:r>
              <a:rPr dirty="0" err="1"/>
              <a:t>번호</a:t>
            </a:r>
            <a:r>
              <a:rPr dirty="0"/>
              <a:t>), find(</a:t>
            </a:r>
            <a:r>
              <a:rPr dirty="0" err="1"/>
              <a:t>이름</a:t>
            </a:r>
            <a:r>
              <a:rPr dirty="0"/>
              <a:t>), list(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출력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dict</a:t>
            </a:r>
            <a:r>
              <a:rPr dirty="0"/>
              <a:t> </a:t>
            </a:r>
            <a:r>
              <a:rPr dirty="0" err="1"/>
              <a:t>사용</a:t>
            </a:r>
            <a:r>
              <a:rPr dirty="0"/>
              <a:t>: name → phone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도전</a:t>
            </a:r>
            <a:r>
              <a:rPr dirty="0"/>
              <a:t>: </a:t>
            </a: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이름이</a:t>
            </a:r>
            <a:r>
              <a:rPr dirty="0"/>
              <a:t> </a:t>
            </a:r>
            <a:r>
              <a:rPr dirty="0" err="1"/>
              <a:t>있으면</a:t>
            </a:r>
            <a:r>
              <a:rPr dirty="0"/>
              <a:t> “</a:t>
            </a:r>
            <a:r>
              <a:rPr dirty="0" err="1"/>
              <a:t>수정”할지</a:t>
            </a:r>
            <a:r>
              <a:rPr dirty="0"/>
              <a:t> “</a:t>
            </a:r>
            <a:r>
              <a:rPr dirty="0" err="1"/>
              <a:t>거절”할지</a:t>
            </a:r>
            <a:r>
              <a:rPr dirty="0"/>
              <a:t> </a:t>
            </a:r>
            <a:r>
              <a:rPr dirty="0" err="1"/>
              <a:t>정책</a:t>
            </a:r>
            <a:r>
              <a:rPr dirty="0"/>
              <a:t> </a:t>
            </a:r>
            <a:r>
              <a:rPr dirty="0" err="1"/>
              <a:t>정하기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LLM </a:t>
            </a:r>
            <a:r>
              <a:rPr dirty="0" err="1"/>
              <a:t>활용</a:t>
            </a:r>
            <a:r>
              <a:rPr dirty="0"/>
              <a:t>: </a:t>
            </a:r>
            <a:r>
              <a:rPr dirty="0" err="1"/>
              <a:t>정책을</a:t>
            </a:r>
            <a:r>
              <a:rPr dirty="0"/>
              <a:t> </a:t>
            </a:r>
            <a:r>
              <a:rPr dirty="0" err="1"/>
              <a:t>명시하고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생성</a:t>
            </a:r>
            <a:r>
              <a:rPr dirty="0"/>
              <a:t> </a:t>
            </a:r>
            <a:r>
              <a:rPr dirty="0" err="1"/>
              <a:t>요청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20/25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2: 단어 빈도 분석(dict)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→ </a:t>
            </a:r>
            <a:r>
              <a:rPr dirty="0" err="1"/>
              <a:t>단어</a:t>
            </a:r>
            <a:r>
              <a:rPr dirty="0"/>
              <a:t> </a:t>
            </a:r>
            <a:r>
              <a:rPr dirty="0" err="1"/>
              <a:t>리스트로</a:t>
            </a:r>
            <a:r>
              <a:rPr dirty="0"/>
              <a:t> </a:t>
            </a:r>
            <a:r>
              <a:rPr dirty="0" err="1"/>
              <a:t>분해</a:t>
            </a:r>
            <a:r>
              <a:rPr dirty="0"/>
              <a:t>(split)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dict로</a:t>
            </a:r>
            <a:r>
              <a:rPr dirty="0"/>
              <a:t> </a:t>
            </a:r>
            <a:r>
              <a:rPr dirty="0" err="1"/>
              <a:t>단어</a:t>
            </a:r>
            <a:r>
              <a:rPr dirty="0"/>
              <a:t> </a:t>
            </a:r>
            <a:r>
              <a:rPr dirty="0" err="1"/>
              <a:t>빈도수</a:t>
            </a:r>
            <a:r>
              <a:rPr dirty="0"/>
              <a:t> </a:t>
            </a:r>
            <a:r>
              <a:rPr dirty="0" err="1"/>
              <a:t>세기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출력</a:t>
            </a:r>
            <a:r>
              <a:rPr dirty="0"/>
              <a:t>: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나온</a:t>
            </a:r>
            <a:r>
              <a:rPr dirty="0"/>
              <a:t> </a:t>
            </a:r>
            <a:r>
              <a:rPr dirty="0" err="1"/>
              <a:t>단어</a:t>
            </a:r>
            <a:r>
              <a:rPr dirty="0"/>
              <a:t> TOP 3 (</a:t>
            </a:r>
            <a:r>
              <a:rPr dirty="0" err="1"/>
              <a:t>도전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LLM </a:t>
            </a:r>
            <a:r>
              <a:rPr dirty="0" err="1"/>
              <a:t>활용</a:t>
            </a:r>
            <a:r>
              <a:rPr dirty="0"/>
              <a:t>: “</a:t>
            </a:r>
            <a:r>
              <a:rPr dirty="0" err="1"/>
              <a:t>정렬</a:t>
            </a:r>
            <a:r>
              <a:rPr dirty="0"/>
              <a:t>/</a:t>
            </a:r>
            <a:r>
              <a:rPr dirty="0" err="1"/>
              <a:t>상위</a:t>
            </a:r>
            <a:r>
              <a:rPr dirty="0"/>
              <a:t> N” </a:t>
            </a:r>
            <a:r>
              <a:rPr dirty="0" err="1"/>
              <a:t>구현</a:t>
            </a:r>
            <a:r>
              <a:rPr dirty="0"/>
              <a:t> </a:t>
            </a:r>
            <a:r>
              <a:rPr dirty="0" err="1"/>
              <a:t>아이디어</a:t>
            </a:r>
            <a:r>
              <a:rPr dirty="0"/>
              <a:t> </a:t>
            </a:r>
            <a:r>
              <a:rPr dirty="0" err="1"/>
              <a:t>얻기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21/25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3: 로또 번호 검사(set)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사용자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6개(</a:t>
            </a: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없이</a:t>
            </a:r>
            <a:r>
              <a:rPr dirty="0"/>
              <a:t>) → </a:t>
            </a:r>
            <a:r>
              <a:rPr dirty="0" err="1"/>
              <a:t>set으로</a:t>
            </a:r>
            <a:r>
              <a:rPr dirty="0"/>
              <a:t> </a:t>
            </a:r>
            <a:r>
              <a:rPr dirty="0" err="1"/>
              <a:t>저장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당첨</a:t>
            </a:r>
            <a:r>
              <a:rPr dirty="0"/>
              <a:t> </a:t>
            </a:r>
            <a:r>
              <a:rPr dirty="0" err="1"/>
              <a:t>번호</a:t>
            </a:r>
            <a:r>
              <a:rPr dirty="0"/>
              <a:t> </a:t>
            </a:r>
            <a:r>
              <a:rPr dirty="0" err="1"/>
              <a:t>set과</a:t>
            </a:r>
            <a:r>
              <a:rPr dirty="0"/>
              <a:t> </a:t>
            </a:r>
            <a:r>
              <a:rPr dirty="0" err="1"/>
              <a:t>교집합으로</a:t>
            </a:r>
            <a:r>
              <a:rPr dirty="0"/>
              <a:t> </a:t>
            </a:r>
            <a:r>
              <a:rPr dirty="0" err="1"/>
              <a:t>맞춘</a:t>
            </a:r>
            <a:r>
              <a:rPr dirty="0"/>
              <a:t> </a:t>
            </a:r>
            <a:r>
              <a:rPr dirty="0" err="1"/>
              <a:t>개수</a:t>
            </a:r>
            <a:r>
              <a:rPr dirty="0"/>
              <a:t> </a:t>
            </a:r>
            <a:r>
              <a:rPr dirty="0" err="1"/>
              <a:t>계산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주의</a:t>
            </a:r>
            <a:r>
              <a:rPr dirty="0"/>
              <a:t>: </a:t>
            </a: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(</a:t>
            </a:r>
            <a:r>
              <a:rPr dirty="0" err="1"/>
              <a:t>중복이면</a:t>
            </a:r>
            <a:r>
              <a:rPr dirty="0"/>
              <a:t> </a:t>
            </a:r>
            <a:r>
              <a:rPr dirty="0" err="1"/>
              <a:t>다시</a:t>
            </a:r>
            <a:r>
              <a:rPr dirty="0"/>
              <a:t> </a:t>
            </a:r>
            <a:r>
              <a:rPr dirty="0" err="1"/>
              <a:t>입력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LLM </a:t>
            </a:r>
            <a:r>
              <a:rPr dirty="0" err="1"/>
              <a:t>활용</a:t>
            </a:r>
            <a:r>
              <a:rPr dirty="0"/>
              <a:t>: 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검증</a:t>
            </a:r>
            <a:r>
              <a:rPr dirty="0"/>
              <a:t> </a:t>
            </a:r>
            <a:r>
              <a:rPr dirty="0" err="1"/>
              <a:t>로직</a:t>
            </a:r>
            <a:r>
              <a:rPr dirty="0"/>
              <a:t>(while) </a:t>
            </a:r>
            <a:r>
              <a:rPr dirty="0" err="1"/>
              <a:t>설계</a:t>
            </a:r>
            <a:r>
              <a:rPr dirty="0"/>
              <a:t> </a:t>
            </a:r>
            <a:r>
              <a:rPr dirty="0" err="1"/>
              <a:t>도움받기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AI 답변 검증 체크리스트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dict에서</a:t>
            </a:r>
            <a:r>
              <a:rPr dirty="0"/>
              <a:t> </a:t>
            </a:r>
            <a:r>
              <a:rPr dirty="0" err="1"/>
              <a:t>KeyError가</a:t>
            </a:r>
            <a:r>
              <a:rPr dirty="0"/>
              <a:t> </a:t>
            </a:r>
            <a:r>
              <a:rPr dirty="0" err="1"/>
              <a:t>나지</a:t>
            </a:r>
            <a:r>
              <a:rPr dirty="0"/>
              <a:t> </a:t>
            </a:r>
            <a:r>
              <a:rPr dirty="0" err="1"/>
              <a:t>않게</a:t>
            </a:r>
            <a:r>
              <a:rPr dirty="0"/>
              <a:t> get/</a:t>
            </a:r>
            <a:r>
              <a:rPr dirty="0" err="1"/>
              <a:t>검증을</a:t>
            </a:r>
            <a:r>
              <a:rPr dirty="0"/>
              <a:t> </a:t>
            </a:r>
            <a:r>
              <a:rPr dirty="0" err="1"/>
              <a:t>했나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set은</a:t>
            </a:r>
            <a:r>
              <a:rPr dirty="0"/>
              <a:t> </a:t>
            </a:r>
            <a:r>
              <a:rPr dirty="0" err="1"/>
              <a:t>순서가</a:t>
            </a:r>
            <a:r>
              <a:rPr dirty="0"/>
              <a:t> </a:t>
            </a:r>
            <a:r>
              <a:rPr dirty="0" err="1"/>
              <a:t>없다는</a:t>
            </a:r>
            <a:r>
              <a:rPr dirty="0"/>
              <a:t> </a:t>
            </a:r>
            <a:r>
              <a:rPr dirty="0" err="1"/>
              <a:t>점을</a:t>
            </a:r>
            <a:r>
              <a:rPr dirty="0"/>
              <a:t> </a:t>
            </a:r>
            <a:r>
              <a:rPr dirty="0" err="1"/>
              <a:t>고려했나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요구한</a:t>
            </a:r>
            <a:r>
              <a:rPr dirty="0"/>
              <a:t> </a:t>
            </a:r>
            <a:r>
              <a:rPr dirty="0" err="1"/>
              <a:t>정책</a:t>
            </a:r>
            <a:r>
              <a:rPr dirty="0"/>
              <a:t>(</a:t>
            </a: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/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여부</a:t>
            </a:r>
            <a:r>
              <a:rPr dirty="0"/>
              <a:t>)이 </a:t>
            </a:r>
            <a:r>
              <a:rPr dirty="0" err="1"/>
              <a:t>코드에</a:t>
            </a:r>
            <a:r>
              <a:rPr dirty="0"/>
              <a:t> </a:t>
            </a:r>
            <a:r>
              <a:rPr dirty="0" err="1"/>
              <a:t>반영됐나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테스트</a:t>
            </a:r>
            <a:r>
              <a:rPr dirty="0"/>
              <a:t> 5개 </a:t>
            </a:r>
            <a:r>
              <a:rPr dirty="0" err="1"/>
              <a:t>이상</a:t>
            </a:r>
            <a:r>
              <a:rPr dirty="0"/>
              <a:t> </a:t>
            </a:r>
            <a:r>
              <a:rPr dirty="0" err="1"/>
              <a:t>실행했나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자료구조</a:t>
            </a:r>
            <a:r>
              <a:rPr dirty="0"/>
              <a:t> </a:t>
            </a:r>
            <a:r>
              <a:rPr dirty="0" err="1"/>
              <a:t>선택</a:t>
            </a:r>
            <a:r>
              <a:rPr dirty="0"/>
              <a:t> </a:t>
            </a:r>
            <a:r>
              <a:rPr dirty="0" err="1"/>
              <a:t>이유를</a:t>
            </a:r>
            <a:r>
              <a:rPr dirty="0"/>
              <a:t> </a:t>
            </a:r>
            <a:r>
              <a:rPr dirty="0" err="1"/>
              <a:t>설명할</a:t>
            </a:r>
            <a:r>
              <a:rPr dirty="0"/>
              <a:t> 수 </a:t>
            </a:r>
            <a:r>
              <a:rPr dirty="0" err="1"/>
              <a:t>있나</a:t>
            </a:r>
            <a:r>
              <a:rPr dirty="0"/>
              <a:t>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미니 퀴즈(5문항)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1) </a:t>
            </a:r>
            <a:r>
              <a:rPr dirty="0" err="1"/>
              <a:t>tuple의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큰 </a:t>
            </a:r>
            <a:r>
              <a:rPr dirty="0" err="1"/>
              <a:t>특징은</a:t>
            </a:r>
            <a:r>
              <a:rPr dirty="0"/>
              <a:t>?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2) </a:t>
            </a:r>
            <a:r>
              <a:rPr dirty="0" err="1"/>
              <a:t>dict에서</a:t>
            </a:r>
            <a:r>
              <a:rPr dirty="0"/>
              <a:t> </a:t>
            </a:r>
            <a:r>
              <a:rPr dirty="0" err="1"/>
              <a:t>키가</a:t>
            </a:r>
            <a:r>
              <a:rPr dirty="0"/>
              <a:t> </a:t>
            </a:r>
            <a:r>
              <a:rPr dirty="0" err="1"/>
              <a:t>없을</a:t>
            </a:r>
            <a:r>
              <a:rPr dirty="0"/>
              <a:t> 때 </a:t>
            </a:r>
            <a:r>
              <a:rPr dirty="0" err="1"/>
              <a:t>안전하게</a:t>
            </a:r>
            <a:r>
              <a:rPr dirty="0"/>
              <a:t> </a:t>
            </a:r>
            <a:r>
              <a:rPr dirty="0" err="1"/>
              <a:t>값을</a:t>
            </a:r>
            <a:r>
              <a:rPr dirty="0"/>
              <a:t> </a:t>
            </a:r>
            <a:r>
              <a:rPr dirty="0" err="1"/>
              <a:t>얻는</a:t>
            </a:r>
            <a:r>
              <a:rPr dirty="0"/>
              <a:t> </a:t>
            </a:r>
            <a:r>
              <a:rPr dirty="0" err="1"/>
              <a:t>방법은</a:t>
            </a:r>
            <a:r>
              <a:rPr dirty="0"/>
              <a:t>?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3) </a:t>
            </a:r>
            <a:r>
              <a:rPr dirty="0" err="1"/>
              <a:t>set이</a:t>
            </a:r>
            <a:r>
              <a:rPr dirty="0"/>
              <a:t> </a:t>
            </a:r>
            <a:r>
              <a:rPr dirty="0" err="1"/>
              <a:t>중복</a:t>
            </a:r>
            <a:r>
              <a:rPr dirty="0"/>
              <a:t> </a:t>
            </a:r>
            <a:r>
              <a:rPr dirty="0" err="1"/>
              <a:t>제거에</a:t>
            </a:r>
            <a:r>
              <a:rPr dirty="0"/>
              <a:t> </a:t>
            </a:r>
            <a:r>
              <a:rPr dirty="0" err="1"/>
              <a:t>좋은</a:t>
            </a:r>
            <a:r>
              <a:rPr dirty="0"/>
              <a:t> </a:t>
            </a:r>
            <a:r>
              <a:rPr dirty="0" err="1"/>
              <a:t>이유는</a:t>
            </a:r>
            <a:r>
              <a:rPr dirty="0"/>
              <a:t>?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4) (</a:t>
            </a:r>
            <a:r>
              <a:rPr dirty="0" err="1"/>
              <a:t>a,b</a:t>
            </a:r>
            <a:r>
              <a:rPr dirty="0"/>
              <a:t>) = (</a:t>
            </a:r>
            <a:r>
              <a:rPr dirty="0" err="1"/>
              <a:t>b,a</a:t>
            </a:r>
            <a:r>
              <a:rPr dirty="0"/>
              <a:t>)가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이유는</a:t>
            </a:r>
            <a:r>
              <a:rPr dirty="0"/>
              <a:t>?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5) list vs </a:t>
            </a:r>
            <a:r>
              <a:rPr dirty="0" err="1"/>
              <a:t>dict</a:t>
            </a:r>
            <a:r>
              <a:rPr dirty="0"/>
              <a:t> </a:t>
            </a:r>
            <a:r>
              <a:rPr dirty="0" err="1"/>
              <a:t>선택</a:t>
            </a:r>
            <a:r>
              <a:rPr dirty="0"/>
              <a:t> </a:t>
            </a:r>
            <a:r>
              <a:rPr dirty="0" err="1"/>
              <a:t>기준</a:t>
            </a:r>
            <a:r>
              <a:rPr dirty="0"/>
              <a:t> 1가지는?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24/25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과제/연습문제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기본</a:t>
            </a:r>
            <a:r>
              <a:rPr dirty="0"/>
              <a:t>: </a:t>
            </a:r>
            <a:r>
              <a:rPr dirty="0" err="1"/>
              <a:t>연락처</a:t>
            </a:r>
            <a:r>
              <a:rPr dirty="0"/>
              <a:t> </a:t>
            </a:r>
            <a:r>
              <a:rPr dirty="0" err="1"/>
              <a:t>관리</a:t>
            </a:r>
            <a:r>
              <a:rPr dirty="0"/>
              <a:t> </a:t>
            </a:r>
            <a:r>
              <a:rPr dirty="0" err="1"/>
              <a:t>프로그램</a:t>
            </a:r>
            <a:r>
              <a:rPr dirty="0"/>
              <a:t>(</a:t>
            </a:r>
            <a:r>
              <a:rPr dirty="0" err="1"/>
              <a:t>dict</a:t>
            </a:r>
            <a:r>
              <a:rPr dirty="0"/>
              <a:t>) </a:t>
            </a:r>
            <a:r>
              <a:rPr dirty="0" err="1"/>
              <a:t>제출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도전</a:t>
            </a:r>
            <a:r>
              <a:rPr dirty="0"/>
              <a:t>: </a:t>
            </a:r>
            <a:r>
              <a:rPr dirty="0" err="1"/>
              <a:t>단어</a:t>
            </a:r>
            <a:r>
              <a:rPr dirty="0"/>
              <a:t> </a:t>
            </a:r>
            <a:r>
              <a:rPr dirty="0" err="1"/>
              <a:t>빈도</a:t>
            </a:r>
            <a:r>
              <a:rPr dirty="0"/>
              <a:t> TOP-N </a:t>
            </a:r>
            <a:r>
              <a:rPr dirty="0" err="1"/>
              <a:t>출력</a:t>
            </a:r>
            <a:r>
              <a:rPr dirty="0"/>
              <a:t> + </a:t>
            </a:r>
            <a:r>
              <a:rPr dirty="0" err="1"/>
              <a:t>동점</a:t>
            </a:r>
            <a:r>
              <a:rPr dirty="0"/>
              <a:t> </a:t>
            </a:r>
            <a:r>
              <a:rPr dirty="0" err="1"/>
              <a:t>처리</a:t>
            </a:r>
            <a:r>
              <a:rPr dirty="0"/>
              <a:t> </a:t>
            </a:r>
            <a:r>
              <a:rPr dirty="0" err="1"/>
              <a:t>규칙</a:t>
            </a:r>
            <a:r>
              <a:rPr dirty="0"/>
              <a:t> </a:t>
            </a:r>
            <a:r>
              <a:rPr dirty="0" err="1"/>
              <a:t>만들기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제출</a:t>
            </a:r>
            <a:r>
              <a:rPr dirty="0"/>
              <a:t>: .</a:t>
            </a:r>
            <a:r>
              <a:rPr dirty="0" err="1"/>
              <a:t>py</a:t>
            </a:r>
            <a:r>
              <a:rPr dirty="0"/>
              <a:t> 1개 +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캡처</a:t>
            </a:r>
            <a:r>
              <a:rPr dirty="0"/>
              <a:t> 1장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AI </a:t>
            </a:r>
            <a:r>
              <a:rPr dirty="0" err="1"/>
              <a:t>사용</a:t>
            </a:r>
            <a:r>
              <a:rPr dirty="0"/>
              <a:t> 시: </a:t>
            </a:r>
            <a:r>
              <a:rPr dirty="0" err="1"/>
              <a:t>프롬프트</a:t>
            </a:r>
            <a:r>
              <a:rPr dirty="0"/>
              <a:t> 2개 + </a:t>
            </a:r>
            <a:r>
              <a:rPr dirty="0" err="1"/>
              <a:t>선택한</a:t>
            </a:r>
            <a:r>
              <a:rPr dirty="0"/>
              <a:t> </a:t>
            </a:r>
            <a:r>
              <a:rPr dirty="0" err="1"/>
              <a:t>자료구조</a:t>
            </a:r>
            <a:r>
              <a:rPr dirty="0"/>
              <a:t> </a:t>
            </a:r>
            <a:r>
              <a:rPr dirty="0" err="1"/>
              <a:t>이유</a:t>
            </a:r>
            <a:r>
              <a:rPr dirty="0"/>
              <a:t> </a:t>
            </a:r>
            <a:r>
              <a:rPr dirty="0" err="1"/>
              <a:t>기록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요약 &amp; 다음 주 예고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오늘</a:t>
            </a:r>
            <a:r>
              <a:rPr dirty="0"/>
              <a:t>: tuple/</a:t>
            </a:r>
            <a:r>
              <a:rPr dirty="0" err="1"/>
              <a:t>dict</a:t>
            </a:r>
            <a:r>
              <a:rPr dirty="0"/>
              <a:t>/set </a:t>
            </a:r>
            <a:r>
              <a:rPr dirty="0" err="1"/>
              <a:t>기초와</a:t>
            </a:r>
            <a:r>
              <a:rPr dirty="0"/>
              <a:t> </a:t>
            </a:r>
            <a:r>
              <a:rPr dirty="0" err="1"/>
              <a:t>사용</a:t>
            </a:r>
            <a:r>
              <a:rPr dirty="0"/>
              <a:t> </a:t>
            </a:r>
            <a:r>
              <a:rPr dirty="0" err="1"/>
              <a:t>장면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핵심</a:t>
            </a:r>
            <a:r>
              <a:rPr dirty="0"/>
              <a:t>: </a:t>
            </a:r>
            <a:r>
              <a:rPr dirty="0" err="1"/>
              <a:t>자료구조는</a:t>
            </a:r>
            <a:r>
              <a:rPr dirty="0"/>
              <a:t> “</a:t>
            </a:r>
            <a:r>
              <a:rPr dirty="0" err="1"/>
              <a:t>문제</a:t>
            </a:r>
            <a:r>
              <a:rPr dirty="0"/>
              <a:t> </a:t>
            </a:r>
            <a:r>
              <a:rPr dirty="0" err="1"/>
              <a:t>성격”에</a:t>
            </a:r>
            <a:r>
              <a:rPr dirty="0"/>
              <a:t> </a:t>
            </a:r>
            <a:r>
              <a:rPr dirty="0" err="1"/>
              <a:t>따라</a:t>
            </a:r>
            <a:r>
              <a:rPr dirty="0"/>
              <a:t> </a:t>
            </a:r>
            <a:r>
              <a:rPr dirty="0" err="1"/>
              <a:t>선택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다음</a:t>
            </a:r>
            <a:r>
              <a:rPr dirty="0"/>
              <a:t> 주(Week 8): </a:t>
            </a:r>
            <a:r>
              <a:rPr dirty="0" err="1"/>
              <a:t>중간</a:t>
            </a:r>
            <a:r>
              <a:rPr dirty="0"/>
              <a:t> </a:t>
            </a:r>
            <a:r>
              <a:rPr dirty="0" err="1"/>
              <a:t>시험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시험</a:t>
            </a:r>
            <a:r>
              <a:rPr dirty="0"/>
              <a:t> </a:t>
            </a:r>
            <a:r>
              <a:rPr dirty="0" err="1"/>
              <a:t>범위</a:t>
            </a:r>
            <a:r>
              <a:rPr dirty="0"/>
              <a:t>(예): Week 1~7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문법</a:t>
            </a:r>
            <a:r>
              <a:rPr dirty="0"/>
              <a:t> + </a:t>
            </a:r>
            <a:r>
              <a:rPr dirty="0" err="1"/>
              <a:t>실습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읽기</a:t>
            </a:r>
            <a:r>
              <a:rPr dirty="0"/>
              <a:t>/</a:t>
            </a:r>
            <a:r>
              <a:rPr dirty="0" err="1"/>
              <a:t>수정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1425</Words>
  <Application>Microsoft Office PowerPoint</Application>
  <PresentationFormat>와이드스크린</PresentationFormat>
  <Paragraphs>197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이영호</cp:lastModifiedBy>
  <cp:revision>2</cp:revision>
  <dcterms:created xsi:type="dcterms:W3CDTF">2013-01-27T09:14:16Z</dcterms:created>
  <dcterms:modified xsi:type="dcterms:W3CDTF">2026-02-20T09:20:45Z</dcterms:modified>
  <cp:category/>
</cp:coreProperties>
</file>